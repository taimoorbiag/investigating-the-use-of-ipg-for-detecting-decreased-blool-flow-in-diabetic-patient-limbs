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62" r:id="rId3"/>
    <p:sldId id="267" r:id="rId4"/>
    <p:sldId id="268" r:id="rId5"/>
    <p:sldId id="269" r:id="rId6"/>
    <p:sldId id="276" r:id="rId7"/>
    <p:sldId id="277" r:id="rId8"/>
    <p:sldId id="275" r:id="rId9"/>
    <p:sldId id="257" r:id="rId10"/>
    <p:sldId id="283" r:id="rId11"/>
    <p:sldId id="281" r:id="rId12"/>
    <p:sldId id="284" r:id="rId13"/>
    <p:sldId id="260" r:id="rId14"/>
    <p:sldId id="266" r:id="rId15"/>
    <p:sldId id="259" r:id="rId16"/>
    <p:sldId id="279" r:id="rId17"/>
    <p:sldId id="278" r:id="rId18"/>
    <p:sldId id="285" r:id="rId19"/>
    <p:sldId id="270" r:id="rId20"/>
    <p:sldId id="271" r:id="rId21"/>
    <p:sldId id="273" r:id="rId22"/>
    <p:sldId id="258" r:id="rId23"/>
    <p:sldId id="280" r:id="rId24"/>
    <p:sldId id="286" r:id="rId25"/>
    <p:sldId id="27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410493-32E6-4AFC-BC07-B2A788F71006}" v="129" dt="2023-01-10T22:41:48.9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56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ZA TAIMOOR SULTAN BAIG" userId="821cc38a-13dc-42dd-8df4-06b0d6a89b24" providerId="ADAL" clId="{E8410493-32E6-4AFC-BC07-B2A788F71006}"/>
    <pc:docChg chg="undo custSel addSld delSld modSld">
      <pc:chgData name="MIRZA TAIMOOR SULTAN BAIG" userId="821cc38a-13dc-42dd-8df4-06b0d6a89b24" providerId="ADAL" clId="{E8410493-32E6-4AFC-BC07-B2A788F71006}" dt="2023-01-11T04:26:58.917" v="2025" actId="20577"/>
      <pc:docMkLst>
        <pc:docMk/>
      </pc:docMkLst>
      <pc:sldChg chg="addSp delSp modSp mod">
        <pc:chgData name="MIRZA TAIMOOR SULTAN BAIG" userId="821cc38a-13dc-42dd-8df4-06b0d6a89b24" providerId="ADAL" clId="{E8410493-32E6-4AFC-BC07-B2A788F71006}" dt="2023-01-10T19:25:24.418" v="1868" actId="1076"/>
        <pc:sldMkLst>
          <pc:docMk/>
          <pc:sldMk cId="2981721306" sldId="256"/>
        </pc:sldMkLst>
        <pc:picChg chg="del mod">
          <ac:chgData name="MIRZA TAIMOOR SULTAN BAIG" userId="821cc38a-13dc-42dd-8df4-06b0d6a89b24" providerId="ADAL" clId="{E8410493-32E6-4AFC-BC07-B2A788F71006}" dt="2023-01-10T19:15:29.786" v="1829" actId="478"/>
          <ac:picMkLst>
            <pc:docMk/>
            <pc:sldMk cId="2981721306" sldId="256"/>
            <ac:picMk id="6" creationId="{0CB1B68A-23B1-CE6B-5D38-805C8DA5A9FA}"/>
          </ac:picMkLst>
        </pc:picChg>
        <pc:picChg chg="add mod">
          <ac:chgData name="MIRZA TAIMOOR SULTAN BAIG" userId="821cc38a-13dc-42dd-8df4-06b0d6a89b24" providerId="ADAL" clId="{E8410493-32E6-4AFC-BC07-B2A788F71006}" dt="2023-01-10T19:25:24.418" v="1868" actId="1076"/>
          <ac:picMkLst>
            <pc:docMk/>
            <pc:sldMk cId="2981721306" sldId="256"/>
            <ac:picMk id="7" creationId="{2732DBAB-0610-F908-5500-9A0919716B48}"/>
          </ac:picMkLst>
        </pc:picChg>
        <pc:cxnChg chg="add mod">
          <ac:chgData name="MIRZA TAIMOOR SULTAN BAIG" userId="821cc38a-13dc-42dd-8df4-06b0d6a89b24" providerId="ADAL" clId="{E8410493-32E6-4AFC-BC07-B2A788F71006}" dt="2023-01-10T19:25:19.611" v="1867" actId="1582"/>
          <ac:cxnSpMkLst>
            <pc:docMk/>
            <pc:sldMk cId="2981721306" sldId="256"/>
            <ac:cxnSpMk id="8" creationId="{E1BFEF72-E275-573C-A826-CDD85F1AC257}"/>
          </ac:cxnSpMkLst>
        </pc:cxnChg>
      </pc:sldChg>
      <pc:sldChg chg="modSp mod">
        <pc:chgData name="MIRZA TAIMOOR SULTAN BAIG" userId="821cc38a-13dc-42dd-8df4-06b0d6a89b24" providerId="ADAL" clId="{E8410493-32E6-4AFC-BC07-B2A788F71006}" dt="2023-01-10T02:40:10.808" v="1508" actId="20577"/>
        <pc:sldMkLst>
          <pc:docMk/>
          <pc:sldMk cId="3692586452" sldId="257"/>
        </pc:sldMkLst>
        <pc:spChg chg="mod">
          <ac:chgData name="MIRZA TAIMOOR SULTAN BAIG" userId="821cc38a-13dc-42dd-8df4-06b0d6a89b24" providerId="ADAL" clId="{E8410493-32E6-4AFC-BC07-B2A788F71006}" dt="2023-01-10T02:40:10.808" v="1508" actId="20577"/>
          <ac:spMkLst>
            <pc:docMk/>
            <pc:sldMk cId="3692586452" sldId="257"/>
            <ac:spMk id="3" creationId="{08197B91-D817-51C1-1E3A-F93C685810C4}"/>
          </ac:spMkLst>
        </pc:spChg>
      </pc:sldChg>
      <pc:sldChg chg="modSp mod">
        <pc:chgData name="MIRZA TAIMOOR SULTAN BAIG" userId="821cc38a-13dc-42dd-8df4-06b0d6a89b24" providerId="ADAL" clId="{E8410493-32E6-4AFC-BC07-B2A788F71006}" dt="2023-01-10T22:52:24.343" v="2012" actId="20577"/>
        <pc:sldMkLst>
          <pc:docMk/>
          <pc:sldMk cId="1350367766" sldId="258"/>
        </pc:sldMkLst>
        <pc:spChg chg="mod">
          <ac:chgData name="MIRZA TAIMOOR SULTAN BAIG" userId="821cc38a-13dc-42dd-8df4-06b0d6a89b24" providerId="ADAL" clId="{E8410493-32E6-4AFC-BC07-B2A788F71006}" dt="2023-01-10T22:52:24.343" v="2012" actId="20577"/>
          <ac:spMkLst>
            <pc:docMk/>
            <pc:sldMk cId="1350367766" sldId="258"/>
            <ac:spMk id="3" creationId="{CEF4CB3B-65D4-681F-F0CA-4206CA08922A}"/>
          </ac:spMkLst>
        </pc:spChg>
      </pc:sldChg>
      <pc:sldChg chg="addSp modSp mod">
        <pc:chgData name="MIRZA TAIMOOR SULTAN BAIG" userId="821cc38a-13dc-42dd-8df4-06b0d6a89b24" providerId="ADAL" clId="{E8410493-32E6-4AFC-BC07-B2A788F71006}" dt="2023-01-10T22:38:06.180" v="1940" actId="20577"/>
        <pc:sldMkLst>
          <pc:docMk/>
          <pc:sldMk cId="60774486" sldId="259"/>
        </pc:sldMkLst>
        <pc:spChg chg="add mod">
          <ac:chgData name="MIRZA TAIMOOR SULTAN BAIG" userId="821cc38a-13dc-42dd-8df4-06b0d6a89b24" providerId="ADAL" clId="{E8410493-32E6-4AFC-BC07-B2A788F71006}" dt="2023-01-10T22:38:06.180" v="1940" actId="20577"/>
          <ac:spMkLst>
            <pc:docMk/>
            <pc:sldMk cId="60774486" sldId="259"/>
            <ac:spMk id="3" creationId="{D850DE6B-C08D-087D-A385-56B43FF89F90}"/>
          </ac:spMkLst>
        </pc:spChg>
        <pc:graphicFrameChg chg="mod">
          <ac:chgData name="MIRZA TAIMOOR SULTAN BAIG" userId="821cc38a-13dc-42dd-8df4-06b0d6a89b24" providerId="ADAL" clId="{E8410493-32E6-4AFC-BC07-B2A788F71006}" dt="2023-01-10T02:02:39.420" v="1013" actId="1076"/>
          <ac:graphicFrameMkLst>
            <pc:docMk/>
            <pc:sldMk cId="60774486" sldId="259"/>
            <ac:graphicFrameMk id="10" creationId="{913BF7E2-4D04-44EB-99FE-8A95522C7368}"/>
          </ac:graphicFrameMkLst>
        </pc:graphicFrameChg>
        <pc:graphicFrameChg chg="mod">
          <ac:chgData name="MIRZA TAIMOOR SULTAN BAIG" userId="821cc38a-13dc-42dd-8df4-06b0d6a89b24" providerId="ADAL" clId="{E8410493-32E6-4AFC-BC07-B2A788F71006}" dt="2023-01-10T02:02:42.326" v="1014" actId="1076"/>
          <ac:graphicFrameMkLst>
            <pc:docMk/>
            <pc:sldMk cId="60774486" sldId="259"/>
            <ac:graphicFrameMk id="11" creationId="{7E76FE69-AFF1-4904-904A-70E1055AD2D8}"/>
          </ac:graphicFrameMkLst>
        </pc:graphicFrameChg>
      </pc:sldChg>
      <pc:sldChg chg="modSp mod">
        <pc:chgData name="MIRZA TAIMOOR SULTAN BAIG" userId="821cc38a-13dc-42dd-8df4-06b0d6a89b24" providerId="ADAL" clId="{E8410493-32E6-4AFC-BC07-B2A788F71006}" dt="2023-01-10T22:25:20.904" v="1925" actId="403"/>
        <pc:sldMkLst>
          <pc:docMk/>
          <pc:sldMk cId="1740386078" sldId="260"/>
        </pc:sldMkLst>
        <pc:spChg chg="mod">
          <ac:chgData name="MIRZA TAIMOOR SULTAN BAIG" userId="821cc38a-13dc-42dd-8df4-06b0d6a89b24" providerId="ADAL" clId="{E8410493-32E6-4AFC-BC07-B2A788F71006}" dt="2023-01-10T22:25:20.904" v="1925" actId="403"/>
          <ac:spMkLst>
            <pc:docMk/>
            <pc:sldMk cId="1740386078" sldId="260"/>
            <ac:spMk id="8" creationId="{BD7A061E-4DF6-AD91-E2E4-71183F207695}"/>
          </ac:spMkLst>
        </pc:spChg>
      </pc:sldChg>
      <pc:sldChg chg="addSp delSp modSp mod">
        <pc:chgData name="MIRZA TAIMOOR SULTAN BAIG" userId="821cc38a-13dc-42dd-8df4-06b0d6a89b24" providerId="ADAL" clId="{E8410493-32E6-4AFC-BC07-B2A788F71006}" dt="2023-01-10T02:04:39.996" v="1048" actId="114"/>
        <pc:sldMkLst>
          <pc:docMk/>
          <pc:sldMk cId="595221140" sldId="266"/>
        </pc:sldMkLst>
        <pc:spChg chg="add mod">
          <ac:chgData name="MIRZA TAIMOOR SULTAN BAIG" userId="821cc38a-13dc-42dd-8df4-06b0d6a89b24" providerId="ADAL" clId="{E8410493-32E6-4AFC-BC07-B2A788F71006}" dt="2023-01-10T02:04:39.996" v="1048" actId="114"/>
          <ac:spMkLst>
            <pc:docMk/>
            <pc:sldMk cId="595221140" sldId="266"/>
            <ac:spMk id="14" creationId="{58114381-C1CA-592F-C744-084409DB1129}"/>
          </ac:spMkLst>
        </pc:spChg>
        <pc:picChg chg="add del mod">
          <ac:chgData name="MIRZA TAIMOOR SULTAN BAIG" userId="821cc38a-13dc-42dd-8df4-06b0d6a89b24" providerId="ADAL" clId="{E8410493-32E6-4AFC-BC07-B2A788F71006}" dt="2023-01-10T02:04:13.590" v="1042" actId="21"/>
          <ac:picMkLst>
            <pc:docMk/>
            <pc:sldMk cId="595221140" sldId="266"/>
            <ac:picMk id="12" creationId="{79FF9B70-0F64-9E1B-397F-23A6DC5849C8}"/>
          </ac:picMkLst>
        </pc:picChg>
      </pc:sldChg>
      <pc:sldChg chg="modSp mod">
        <pc:chgData name="MIRZA TAIMOOR SULTAN BAIG" userId="821cc38a-13dc-42dd-8df4-06b0d6a89b24" providerId="ADAL" clId="{E8410493-32E6-4AFC-BC07-B2A788F71006}" dt="2023-01-11T04:26:58.917" v="2025" actId="20577"/>
        <pc:sldMkLst>
          <pc:docMk/>
          <pc:sldMk cId="2058611433" sldId="267"/>
        </pc:sldMkLst>
        <pc:spChg chg="mod">
          <ac:chgData name="MIRZA TAIMOOR SULTAN BAIG" userId="821cc38a-13dc-42dd-8df4-06b0d6a89b24" providerId="ADAL" clId="{E8410493-32E6-4AFC-BC07-B2A788F71006}" dt="2023-01-10T02:29:29.736" v="1493" actId="20577"/>
          <ac:spMkLst>
            <pc:docMk/>
            <pc:sldMk cId="2058611433" sldId="267"/>
            <ac:spMk id="11" creationId="{F6EC6BAD-7F5C-B88F-E076-EB2F7157F967}"/>
          </ac:spMkLst>
        </pc:spChg>
        <pc:spChg chg="mod">
          <ac:chgData name="MIRZA TAIMOOR SULTAN BAIG" userId="821cc38a-13dc-42dd-8df4-06b0d6a89b24" providerId="ADAL" clId="{E8410493-32E6-4AFC-BC07-B2A788F71006}" dt="2023-01-11T04:26:58.917" v="2025" actId="20577"/>
          <ac:spMkLst>
            <pc:docMk/>
            <pc:sldMk cId="2058611433" sldId="267"/>
            <ac:spMk id="13" creationId="{EB357D69-23B7-50BD-0CFC-1A8D27F08208}"/>
          </ac:spMkLst>
        </pc:spChg>
      </pc:sldChg>
      <pc:sldChg chg="modSp mod">
        <pc:chgData name="MIRZA TAIMOOR SULTAN BAIG" userId="821cc38a-13dc-42dd-8df4-06b0d6a89b24" providerId="ADAL" clId="{E8410493-32E6-4AFC-BC07-B2A788F71006}" dt="2023-01-10T17:28:16.851" v="1822" actId="20577"/>
        <pc:sldMkLst>
          <pc:docMk/>
          <pc:sldMk cId="25620482" sldId="269"/>
        </pc:sldMkLst>
        <pc:spChg chg="mod">
          <ac:chgData name="MIRZA TAIMOOR SULTAN BAIG" userId="821cc38a-13dc-42dd-8df4-06b0d6a89b24" providerId="ADAL" clId="{E8410493-32E6-4AFC-BC07-B2A788F71006}" dt="2023-01-10T17:28:16.851" v="1822" actId="20577"/>
          <ac:spMkLst>
            <pc:docMk/>
            <pc:sldMk cId="25620482" sldId="269"/>
            <ac:spMk id="3" creationId="{A9DA9DE3-219D-8044-E3EE-5BFDCB658CFF}"/>
          </ac:spMkLst>
        </pc:spChg>
        <pc:spChg chg="mod">
          <ac:chgData name="MIRZA TAIMOOR SULTAN BAIG" userId="821cc38a-13dc-42dd-8df4-06b0d6a89b24" providerId="ADAL" clId="{E8410493-32E6-4AFC-BC07-B2A788F71006}" dt="2023-01-10T02:35:32.485" v="1496" actId="20577"/>
          <ac:spMkLst>
            <pc:docMk/>
            <pc:sldMk cId="25620482" sldId="269"/>
            <ac:spMk id="5" creationId="{A4CE9FC9-1EA2-2CD2-58FE-69CF818377C3}"/>
          </ac:spMkLst>
        </pc:spChg>
      </pc:sldChg>
      <pc:sldChg chg="modSp mod">
        <pc:chgData name="MIRZA TAIMOOR SULTAN BAIG" userId="821cc38a-13dc-42dd-8df4-06b0d6a89b24" providerId="ADAL" clId="{E8410493-32E6-4AFC-BC07-B2A788F71006}" dt="2023-01-10T02:18:41.194" v="1351" actId="20577"/>
        <pc:sldMkLst>
          <pc:docMk/>
          <pc:sldMk cId="2617884338" sldId="271"/>
        </pc:sldMkLst>
        <pc:graphicFrameChg chg="mod">
          <ac:chgData name="MIRZA TAIMOOR SULTAN BAIG" userId="821cc38a-13dc-42dd-8df4-06b0d6a89b24" providerId="ADAL" clId="{E8410493-32E6-4AFC-BC07-B2A788F71006}" dt="2023-01-10T02:18:36.794" v="1349"/>
          <ac:graphicFrameMkLst>
            <pc:docMk/>
            <pc:sldMk cId="2617884338" sldId="271"/>
            <ac:graphicFrameMk id="4" creationId="{0C073555-FD4A-7DE3-B436-FA19892E6B2D}"/>
          </ac:graphicFrameMkLst>
        </pc:graphicFrameChg>
        <pc:graphicFrameChg chg="mod">
          <ac:chgData name="MIRZA TAIMOOR SULTAN BAIG" userId="821cc38a-13dc-42dd-8df4-06b0d6a89b24" providerId="ADAL" clId="{E8410493-32E6-4AFC-BC07-B2A788F71006}" dt="2023-01-10T02:18:41.194" v="1351" actId="20577"/>
          <ac:graphicFrameMkLst>
            <pc:docMk/>
            <pc:sldMk cId="2617884338" sldId="271"/>
            <ac:graphicFrameMk id="19" creationId="{4E11712E-BAD0-F70D-F264-288157280644}"/>
          </ac:graphicFrameMkLst>
        </pc:graphicFrameChg>
      </pc:sldChg>
      <pc:sldChg chg="modSp mod">
        <pc:chgData name="MIRZA TAIMOOR SULTAN BAIG" userId="821cc38a-13dc-42dd-8df4-06b0d6a89b24" providerId="ADAL" clId="{E8410493-32E6-4AFC-BC07-B2A788F71006}" dt="2023-01-10T02:18:59.372" v="1356" actId="255"/>
        <pc:sldMkLst>
          <pc:docMk/>
          <pc:sldMk cId="3621165040" sldId="273"/>
        </pc:sldMkLst>
        <pc:graphicFrameChg chg="mod">
          <ac:chgData name="MIRZA TAIMOOR SULTAN BAIG" userId="821cc38a-13dc-42dd-8df4-06b0d6a89b24" providerId="ADAL" clId="{E8410493-32E6-4AFC-BC07-B2A788F71006}" dt="2023-01-10T02:18:59.372" v="1356" actId="255"/>
          <ac:graphicFrameMkLst>
            <pc:docMk/>
            <pc:sldMk cId="3621165040" sldId="273"/>
            <ac:graphicFrameMk id="7" creationId="{8C647C89-62C6-7D45-124C-71CF6389683D}"/>
          </ac:graphicFrameMkLst>
        </pc:graphicFrameChg>
        <pc:graphicFrameChg chg="mod">
          <ac:chgData name="MIRZA TAIMOOR SULTAN BAIG" userId="821cc38a-13dc-42dd-8df4-06b0d6a89b24" providerId="ADAL" clId="{E8410493-32E6-4AFC-BC07-B2A788F71006}" dt="2023-01-10T02:18:53.438" v="1355" actId="403"/>
          <ac:graphicFrameMkLst>
            <pc:docMk/>
            <pc:sldMk cId="3621165040" sldId="273"/>
            <ac:graphicFrameMk id="10" creationId="{46942271-5B15-C0A1-B653-728F36E66BB1}"/>
          </ac:graphicFrameMkLst>
        </pc:graphicFrameChg>
      </pc:sldChg>
      <pc:sldChg chg="modSp mod">
        <pc:chgData name="MIRZA TAIMOOR SULTAN BAIG" userId="821cc38a-13dc-42dd-8df4-06b0d6a89b24" providerId="ADAL" clId="{E8410493-32E6-4AFC-BC07-B2A788F71006}" dt="2023-01-10T02:36:33.104" v="1497" actId="20577"/>
        <pc:sldMkLst>
          <pc:docMk/>
          <pc:sldMk cId="1907168371" sldId="276"/>
        </pc:sldMkLst>
        <pc:spChg chg="mod">
          <ac:chgData name="MIRZA TAIMOOR SULTAN BAIG" userId="821cc38a-13dc-42dd-8df4-06b0d6a89b24" providerId="ADAL" clId="{E8410493-32E6-4AFC-BC07-B2A788F71006}" dt="2023-01-10T02:36:33.104" v="1497" actId="20577"/>
          <ac:spMkLst>
            <pc:docMk/>
            <pc:sldMk cId="1907168371" sldId="276"/>
            <ac:spMk id="8" creationId="{1BA03ABB-C901-8432-90A6-14541C30A559}"/>
          </ac:spMkLst>
        </pc:spChg>
      </pc:sldChg>
      <pc:sldChg chg="addSp delSp modSp mod setBg">
        <pc:chgData name="MIRZA TAIMOOR SULTAN BAIG" userId="821cc38a-13dc-42dd-8df4-06b0d6a89b24" providerId="ADAL" clId="{E8410493-32E6-4AFC-BC07-B2A788F71006}" dt="2023-01-10T19:21:12.450" v="1860" actId="1076"/>
        <pc:sldMkLst>
          <pc:docMk/>
          <pc:sldMk cId="3854958638" sldId="277"/>
        </pc:sldMkLst>
        <pc:spChg chg="mod">
          <ac:chgData name="MIRZA TAIMOOR SULTAN BAIG" userId="821cc38a-13dc-42dd-8df4-06b0d6a89b24" providerId="ADAL" clId="{E8410493-32E6-4AFC-BC07-B2A788F71006}" dt="2023-01-10T19:21:04.929" v="1857" actId="26606"/>
          <ac:spMkLst>
            <pc:docMk/>
            <pc:sldMk cId="3854958638" sldId="277"/>
            <ac:spMk id="2" creationId="{DBABECFE-F5A9-B782-0AB8-55DAC9BE9300}"/>
          </ac:spMkLst>
        </pc:spChg>
        <pc:spChg chg="add del">
          <ac:chgData name="MIRZA TAIMOOR SULTAN BAIG" userId="821cc38a-13dc-42dd-8df4-06b0d6a89b24" providerId="ADAL" clId="{E8410493-32E6-4AFC-BC07-B2A788F71006}" dt="2023-01-10T19:19:39.033" v="1843" actId="26606"/>
          <ac:spMkLst>
            <pc:docMk/>
            <pc:sldMk cId="3854958638" sldId="277"/>
            <ac:spMk id="9" creationId="{9180DE06-7362-4888-AADA-7AADD57AC49D}"/>
          </ac:spMkLst>
        </pc:spChg>
        <pc:spChg chg="add del">
          <ac:chgData name="MIRZA TAIMOOR SULTAN BAIG" userId="821cc38a-13dc-42dd-8df4-06b0d6a89b24" providerId="ADAL" clId="{E8410493-32E6-4AFC-BC07-B2A788F71006}" dt="2023-01-10T19:19:39.033" v="1843" actId="26606"/>
          <ac:spMkLst>
            <pc:docMk/>
            <pc:sldMk cId="3854958638" sldId="277"/>
            <ac:spMk id="15" creationId="{04357C93-F0CB-4A1C-8F77-4E9063789819}"/>
          </ac:spMkLst>
        </pc:spChg>
        <pc:spChg chg="add del">
          <ac:chgData name="MIRZA TAIMOOR SULTAN BAIG" userId="821cc38a-13dc-42dd-8df4-06b0d6a89b24" providerId="ADAL" clId="{E8410493-32E6-4AFC-BC07-B2A788F71006}" dt="2023-01-10T19:20:52.436" v="1850" actId="26606"/>
          <ac:spMkLst>
            <pc:docMk/>
            <pc:sldMk cId="3854958638" sldId="277"/>
            <ac:spMk id="17" creationId="{A3363022-C969-41E9-8EB2-E4C94908C1FA}"/>
          </ac:spMkLst>
        </pc:spChg>
        <pc:spChg chg="add del">
          <ac:chgData name="MIRZA TAIMOOR SULTAN BAIG" userId="821cc38a-13dc-42dd-8df4-06b0d6a89b24" providerId="ADAL" clId="{E8410493-32E6-4AFC-BC07-B2A788F71006}" dt="2023-01-10T19:20:52.436" v="1850" actId="26606"/>
          <ac:spMkLst>
            <pc:docMk/>
            <pc:sldMk cId="3854958638" sldId="277"/>
            <ac:spMk id="18" creationId="{8D1AD6B3-BE88-4CEB-BA17-790657CC4729}"/>
          </ac:spMkLst>
        </pc:spChg>
        <pc:spChg chg="add del">
          <ac:chgData name="MIRZA TAIMOOR SULTAN BAIG" userId="821cc38a-13dc-42dd-8df4-06b0d6a89b24" providerId="ADAL" clId="{E8410493-32E6-4AFC-BC07-B2A788F71006}" dt="2023-01-10T19:21:04.929" v="1857" actId="26606"/>
          <ac:spMkLst>
            <pc:docMk/>
            <pc:sldMk cId="3854958638" sldId="277"/>
            <ac:spMk id="25" creationId="{79EF0AA8-4D64-4C53-B384-57D2EF38220C}"/>
          </ac:spMkLst>
        </pc:spChg>
        <pc:spChg chg="add del">
          <ac:chgData name="MIRZA TAIMOOR SULTAN BAIG" userId="821cc38a-13dc-42dd-8df4-06b0d6a89b24" providerId="ADAL" clId="{E8410493-32E6-4AFC-BC07-B2A788F71006}" dt="2023-01-10T19:21:02.345" v="1854" actId="26606"/>
          <ac:spMkLst>
            <pc:docMk/>
            <pc:sldMk cId="3854958638" sldId="277"/>
            <ac:spMk id="34" creationId="{D660E354-01D0-4D36-9100-7D4CEDE99C5F}"/>
          </ac:spMkLst>
        </pc:spChg>
        <pc:spChg chg="add del">
          <ac:chgData name="MIRZA TAIMOOR SULTAN BAIG" userId="821cc38a-13dc-42dd-8df4-06b0d6a89b24" providerId="ADAL" clId="{E8410493-32E6-4AFC-BC07-B2A788F71006}" dt="2023-01-10T19:21:02.345" v="1854" actId="26606"/>
          <ac:spMkLst>
            <pc:docMk/>
            <pc:sldMk cId="3854958638" sldId="277"/>
            <ac:spMk id="36" creationId="{D8745D08-E5A7-4082-98EB-FDDB0B13B2E1}"/>
          </ac:spMkLst>
        </pc:spChg>
        <pc:spChg chg="add del">
          <ac:chgData name="MIRZA TAIMOOR SULTAN BAIG" userId="821cc38a-13dc-42dd-8df4-06b0d6a89b24" providerId="ADAL" clId="{E8410493-32E6-4AFC-BC07-B2A788F71006}" dt="2023-01-10T19:21:02.345" v="1854" actId="26606"/>
          <ac:spMkLst>
            <pc:docMk/>
            <pc:sldMk cId="3854958638" sldId="277"/>
            <ac:spMk id="38" creationId="{8111D92E-4FFD-4DB5-A252-C13FC1BE7E18}"/>
          </ac:spMkLst>
        </pc:spChg>
        <pc:spChg chg="add del">
          <ac:chgData name="MIRZA TAIMOOR SULTAN BAIG" userId="821cc38a-13dc-42dd-8df4-06b0d6a89b24" providerId="ADAL" clId="{E8410493-32E6-4AFC-BC07-B2A788F71006}" dt="2023-01-10T19:21:02.345" v="1854" actId="26606"/>
          <ac:spMkLst>
            <pc:docMk/>
            <pc:sldMk cId="3854958638" sldId="277"/>
            <ac:spMk id="40" creationId="{2CB73E9A-EDB1-467A-BF6B-D62D47AD42F5}"/>
          </ac:spMkLst>
        </pc:spChg>
        <pc:spChg chg="add del">
          <ac:chgData name="MIRZA TAIMOOR SULTAN BAIG" userId="821cc38a-13dc-42dd-8df4-06b0d6a89b24" providerId="ADAL" clId="{E8410493-32E6-4AFC-BC07-B2A788F71006}" dt="2023-01-10T19:21:04.920" v="1856" actId="26606"/>
          <ac:spMkLst>
            <pc:docMk/>
            <pc:sldMk cId="3854958638" sldId="277"/>
            <ac:spMk id="42" creationId="{79EF0AA8-4D64-4C53-B384-57D2EF38220C}"/>
          </ac:spMkLst>
        </pc:spChg>
        <pc:spChg chg="add">
          <ac:chgData name="MIRZA TAIMOOR SULTAN BAIG" userId="821cc38a-13dc-42dd-8df4-06b0d6a89b24" providerId="ADAL" clId="{E8410493-32E6-4AFC-BC07-B2A788F71006}" dt="2023-01-10T19:21:04.929" v="1857" actId="26606"/>
          <ac:spMkLst>
            <pc:docMk/>
            <pc:sldMk cId="3854958638" sldId="277"/>
            <ac:spMk id="46" creationId="{337940BB-FBC4-492E-BD92-3B7B914D0EAE}"/>
          </ac:spMkLst>
        </pc:spChg>
        <pc:spChg chg="add">
          <ac:chgData name="MIRZA TAIMOOR SULTAN BAIG" userId="821cc38a-13dc-42dd-8df4-06b0d6a89b24" providerId="ADAL" clId="{E8410493-32E6-4AFC-BC07-B2A788F71006}" dt="2023-01-10T19:21:04.929" v="1857" actId="26606"/>
          <ac:spMkLst>
            <pc:docMk/>
            <pc:sldMk cId="3854958638" sldId="277"/>
            <ac:spMk id="47" creationId="{3FCFB1DE-0B7E-48CC-BA90-B2AB0889F9D6}"/>
          </ac:spMkLst>
        </pc:spChg>
        <pc:grpChg chg="add del">
          <ac:chgData name="MIRZA TAIMOOR SULTAN BAIG" userId="821cc38a-13dc-42dd-8df4-06b0d6a89b24" providerId="ADAL" clId="{E8410493-32E6-4AFC-BC07-B2A788F71006}" dt="2023-01-10T19:19:39.033" v="1843" actId="26606"/>
          <ac:grpSpMkLst>
            <pc:docMk/>
            <pc:sldMk cId="3854958638" sldId="277"/>
            <ac:grpSpMk id="11" creationId="{3AF6A671-C637-4547-85F4-51B6D1881399}"/>
          </ac:grpSpMkLst>
        </pc:grpChg>
        <pc:grpChg chg="add del">
          <ac:chgData name="MIRZA TAIMOOR SULTAN BAIG" userId="821cc38a-13dc-42dd-8df4-06b0d6a89b24" providerId="ADAL" clId="{E8410493-32E6-4AFC-BC07-B2A788F71006}" dt="2023-01-10T19:20:52.436" v="1850" actId="26606"/>
          <ac:grpSpMkLst>
            <pc:docMk/>
            <pc:sldMk cId="3854958638" sldId="277"/>
            <ac:grpSpMk id="19" creationId="{89D1390B-7E13-4B4F-9CB2-391063412E54}"/>
          </ac:grpSpMkLst>
        </pc:grpChg>
        <pc:grpChg chg="add del">
          <ac:chgData name="MIRZA TAIMOOR SULTAN BAIG" userId="821cc38a-13dc-42dd-8df4-06b0d6a89b24" providerId="ADAL" clId="{E8410493-32E6-4AFC-BC07-B2A788F71006}" dt="2023-01-10T19:21:04.929" v="1857" actId="26606"/>
          <ac:grpSpMkLst>
            <pc:docMk/>
            <pc:sldMk cId="3854958638" sldId="277"/>
            <ac:grpSpMk id="27" creationId="{CAD19E66-9A79-42B6-9AA2-CC264BEC83C0}"/>
          </ac:grpSpMkLst>
        </pc:grpChg>
        <pc:grpChg chg="add del">
          <ac:chgData name="MIRZA TAIMOOR SULTAN BAIG" userId="821cc38a-13dc-42dd-8df4-06b0d6a89b24" providerId="ADAL" clId="{E8410493-32E6-4AFC-BC07-B2A788F71006}" dt="2023-01-10T19:21:04.920" v="1856" actId="26606"/>
          <ac:grpSpMkLst>
            <pc:docMk/>
            <pc:sldMk cId="3854958638" sldId="277"/>
            <ac:grpSpMk id="43" creationId="{CAD19E66-9A79-42B6-9AA2-CC264BEC83C0}"/>
          </ac:grpSpMkLst>
        </pc:grpChg>
        <pc:picChg chg="add del mod">
          <ac:chgData name="MIRZA TAIMOOR SULTAN BAIG" userId="821cc38a-13dc-42dd-8df4-06b0d6a89b24" providerId="ADAL" clId="{E8410493-32E6-4AFC-BC07-B2A788F71006}" dt="2023-01-10T19:20:47.163" v="1848" actId="478"/>
          <ac:picMkLst>
            <pc:docMk/>
            <pc:sldMk cId="3854958638" sldId="277"/>
            <ac:picMk id="4" creationId="{6681ECE4-81BE-0BBE-D514-93FDDCFD7CF1}"/>
          </ac:picMkLst>
        </pc:picChg>
        <pc:picChg chg="add mod">
          <ac:chgData name="MIRZA TAIMOOR SULTAN BAIG" userId="821cc38a-13dc-42dd-8df4-06b0d6a89b24" providerId="ADAL" clId="{E8410493-32E6-4AFC-BC07-B2A788F71006}" dt="2023-01-10T19:21:12.450" v="1860" actId="1076"/>
          <ac:picMkLst>
            <pc:docMk/>
            <pc:sldMk cId="3854958638" sldId="277"/>
            <ac:picMk id="6" creationId="{48F77938-712F-C215-0B52-B298BA24F446}"/>
          </ac:picMkLst>
        </pc:picChg>
        <pc:picChg chg="del mod">
          <ac:chgData name="MIRZA TAIMOOR SULTAN BAIG" userId="821cc38a-13dc-42dd-8df4-06b0d6a89b24" providerId="ADAL" clId="{E8410493-32E6-4AFC-BC07-B2A788F71006}" dt="2023-01-10T19:19:22.743" v="1840" actId="478"/>
          <ac:picMkLst>
            <pc:docMk/>
            <pc:sldMk cId="3854958638" sldId="277"/>
            <ac:picMk id="1030" creationId="{9D81ACEE-4584-9CC6-9B88-3F2715F70D5B}"/>
          </ac:picMkLst>
        </pc:picChg>
      </pc:sldChg>
      <pc:sldChg chg="modSp mod">
        <pc:chgData name="MIRZA TAIMOOR SULTAN BAIG" userId="821cc38a-13dc-42dd-8df4-06b0d6a89b24" providerId="ADAL" clId="{E8410493-32E6-4AFC-BC07-B2A788F71006}" dt="2023-01-11T01:28:11.578" v="2024" actId="20577"/>
        <pc:sldMkLst>
          <pc:docMk/>
          <pc:sldMk cId="4195486161" sldId="279"/>
        </pc:sldMkLst>
        <pc:spChg chg="mod">
          <ac:chgData name="MIRZA TAIMOOR SULTAN BAIG" userId="821cc38a-13dc-42dd-8df4-06b0d6a89b24" providerId="ADAL" clId="{E8410493-32E6-4AFC-BC07-B2A788F71006}" dt="2023-01-11T01:28:11.578" v="2024" actId="20577"/>
          <ac:spMkLst>
            <pc:docMk/>
            <pc:sldMk cId="4195486161" sldId="279"/>
            <ac:spMk id="14" creationId="{F46399B4-9C59-7D71-E15D-73EFFAA25F0E}"/>
          </ac:spMkLst>
        </pc:spChg>
        <pc:graphicFrameChg chg="mod">
          <ac:chgData name="MIRZA TAIMOOR SULTAN BAIG" userId="821cc38a-13dc-42dd-8df4-06b0d6a89b24" providerId="ADAL" clId="{E8410493-32E6-4AFC-BC07-B2A788F71006}" dt="2023-01-10T02:47:13.718" v="1510" actId="403"/>
          <ac:graphicFrameMkLst>
            <pc:docMk/>
            <pc:sldMk cId="4195486161" sldId="279"/>
            <ac:graphicFrameMk id="10" creationId="{7865A725-749B-1223-DC9D-791DA85C6EA4}"/>
          </ac:graphicFrameMkLst>
        </pc:graphicFrameChg>
      </pc:sldChg>
      <pc:sldChg chg="modSp mod">
        <pc:chgData name="MIRZA TAIMOOR SULTAN BAIG" userId="821cc38a-13dc-42dd-8df4-06b0d6a89b24" providerId="ADAL" clId="{E8410493-32E6-4AFC-BC07-B2A788F71006}" dt="2023-01-10T19:24:11.307" v="1861" actId="20577"/>
        <pc:sldMkLst>
          <pc:docMk/>
          <pc:sldMk cId="2231983090" sldId="280"/>
        </pc:sldMkLst>
        <pc:spChg chg="mod">
          <ac:chgData name="MIRZA TAIMOOR SULTAN BAIG" userId="821cc38a-13dc-42dd-8df4-06b0d6a89b24" providerId="ADAL" clId="{E8410493-32E6-4AFC-BC07-B2A788F71006}" dt="2023-01-10T19:24:11.307" v="1861" actId="20577"/>
          <ac:spMkLst>
            <pc:docMk/>
            <pc:sldMk cId="2231983090" sldId="280"/>
            <ac:spMk id="3" creationId="{CEF4CB3B-65D4-681F-F0CA-4206CA08922A}"/>
          </ac:spMkLst>
        </pc:spChg>
      </pc:sldChg>
      <pc:sldChg chg="modSp mod">
        <pc:chgData name="MIRZA TAIMOOR SULTAN BAIG" userId="821cc38a-13dc-42dd-8df4-06b0d6a89b24" providerId="ADAL" clId="{E8410493-32E6-4AFC-BC07-B2A788F71006}" dt="2023-01-10T22:16:43.275" v="1917" actId="20577"/>
        <pc:sldMkLst>
          <pc:docMk/>
          <pc:sldMk cId="1588702265" sldId="281"/>
        </pc:sldMkLst>
        <pc:spChg chg="mod">
          <ac:chgData name="MIRZA TAIMOOR SULTAN BAIG" userId="821cc38a-13dc-42dd-8df4-06b0d6a89b24" providerId="ADAL" clId="{E8410493-32E6-4AFC-BC07-B2A788F71006}" dt="2023-01-10T22:16:43.275" v="1917" actId="20577"/>
          <ac:spMkLst>
            <pc:docMk/>
            <pc:sldMk cId="1588702265" sldId="281"/>
            <ac:spMk id="3" creationId="{B061E178-83DE-8C21-34B7-FA9238CB2468}"/>
          </ac:spMkLst>
        </pc:spChg>
      </pc:sldChg>
      <pc:sldChg chg="addSp modSp mod">
        <pc:chgData name="MIRZA TAIMOOR SULTAN BAIG" userId="821cc38a-13dc-42dd-8df4-06b0d6a89b24" providerId="ADAL" clId="{E8410493-32E6-4AFC-BC07-B2A788F71006}" dt="2023-01-10T19:49:58.366" v="1886" actId="27636"/>
        <pc:sldMkLst>
          <pc:docMk/>
          <pc:sldMk cId="2315878394" sldId="283"/>
        </pc:sldMkLst>
        <pc:spChg chg="mod">
          <ac:chgData name="MIRZA TAIMOOR SULTAN BAIG" userId="821cc38a-13dc-42dd-8df4-06b0d6a89b24" providerId="ADAL" clId="{E8410493-32E6-4AFC-BC07-B2A788F71006}" dt="2023-01-10T19:49:58.366" v="1886" actId="27636"/>
          <ac:spMkLst>
            <pc:docMk/>
            <pc:sldMk cId="2315878394" sldId="283"/>
            <ac:spMk id="3" creationId="{C19C6DD7-C4EE-F30B-5DDE-0F1AFB714193}"/>
          </ac:spMkLst>
        </pc:spChg>
        <pc:spChg chg="add mod">
          <ac:chgData name="MIRZA TAIMOOR SULTAN BAIG" userId="821cc38a-13dc-42dd-8df4-06b0d6a89b24" providerId="ADAL" clId="{E8410493-32E6-4AFC-BC07-B2A788F71006}" dt="2023-01-10T19:49:54.139" v="1884" actId="1076"/>
          <ac:spMkLst>
            <pc:docMk/>
            <pc:sldMk cId="2315878394" sldId="283"/>
            <ac:spMk id="6" creationId="{B476A8C7-526B-E8B5-D057-828975FD6400}"/>
          </ac:spMkLst>
        </pc:spChg>
        <pc:picChg chg="add mod">
          <ac:chgData name="MIRZA TAIMOOR SULTAN BAIG" userId="821cc38a-13dc-42dd-8df4-06b0d6a89b24" providerId="ADAL" clId="{E8410493-32E6-4AFC-BC07-B2A788F71006}" dt="2023-01-10T19:49:49.799" v="1883" actId="1076"/>
          <ac:picMkLst>
            <pc:docMk/>
            <pc:sldMk cId="2315878394" sldId="283"/>
            <ac:picMk id="4" creationId="{F470CF01-6D69-B650-3DEC-355B62D8D9A9}"/>
          </ac:picMkLst>
        </pc:picChg>
      </pc:sldChg>
      <pc:sldChg chg="addSp modSp mod">
        <pc:chgData name="MIRZA TAIMOOR SULTAN BAIG" userId="821cc38a-13dc-42dd-8df4-06b0d6a89b24" providerId="ADAL" clId="{E8410493-32E6-4AFC-BC07-B2A788F71006}" dt="2023-01-10T22:20:37.028" v="1924" actId="1076"/>
        <pc:sldMkLst>
          <pc:docMk/>
          <pc:sldMk cId="1694986822" sldId="284"/>
        </pc:sldMkLst>
        <pc:spChg chg="mod">
          <ac:chgData name="MIRZA TAIMOOR SULTAN BAIG" userId="821cc38a-13dc-42dd-8df4-06b0d6a89b24" providerId="ADAL" clId="{E8410493-32E6-4AFC-BC07-B2A788F71006}" dt="2023-01-10T02:41:59.584" v="1509" actId="113"/>
          <ac:spMkLst>
            <pc:docMk/>
            <pc:sldMk cId="1694986822" sldId="284"/>
            <ac:spMk id="3" creationId="{39E0822F-8908-CB34-B3A2-1A7A2D05DC73}"/>
          </ac:spMkLst>
        </pc:spChg>
        <pc:picChg chg="add mod">
          <ac:chgData name="MIRZA TAIMOOR SULTAN BAIG" userId="821cc38a-13dc-42dd-8df4-06b0d6a89b24" providerId="ADAL" clId="{E8410493-32E6-4AFC-BC07-B2A788F71006}" dt="2023-01-10T22:20:37.028" v="1924" actId="1076"/>
          <ac:picMkLst>
            <pc:docMk/>
            <pc:sldMk cId="1694986822" sldId="284"/>
            <ac:picMk id="4" creationId="{E4D841B0-52F6-CED7-9EC6-004749054C46}"/>
          </ac:picMkLst>
        </pc:picChg>
      </pc:sldChg>
      <pc:sldChg chg="addSp delSp modSp mod">
        <pc:chgData name="MIRZA TAIMOOR SULTAN BAIG" userId="821cc38a-13dc-42dd-8df4-06b0d6a89b24" providerId="ADAL" clId="{E8410493-32E6-4AFC-BC07-B2A788F71006}" dt="2023-01-11T00:44:20.703" v="2023" actId="20577"/>
        <pc:sldMkLst>
          <pc:docMk/>
          <pc:sldMk cId="2457136821" sldId="285"/>
        </pc:sldMkLst>
        <pc:spChg chg="mod">
          <ac:chgData name="MIRZA TAIMOOR SULTAN BAIG" userId="821cc38a-13dc-42dd-8df4-06b0d6a89b24" providerId="ADAL" clId="{E8410493-32E6-4AFC-BC07-B2A788F71006}" dt="2023-01-10T22:41:48.930" v="1943" actId="2711"/>
          <ac:spMkLst>
            <pc:docMk/>
            <pc:sldMk cId="2457136821" sldId="285"/>
            <ac:spMk id="2" creationId="{FC68CE33-59C6-6742-B264-170564D17C1C}"/>
          </ac:spMkLst>
        </pc:spChg>
        <pc:spChg chg="mod">
          <ac:chgData name="MIRZA TAIMOOR SULTAN BAIG" userId="821cc38a-13dc-42dd-8df4-06b0d6a89b24" providerId="ADAL" clId="{E8410493-32E6-4AFC-BC07-B2A788F71006}" dt="2023-01-10T22:41:48.930" v="1943" actId="2711"/>
          <ac:spMkLst>
            <pc:docMk/>
            <pc:sldMk cId="2457136821" sldId="285"/>
            <ac:spMk id="6" creationId="{80FC3923-D71F-777A-3D62-2A665C6F375C}"/>
          </ac:spMkLst>
        </pc:spChg>
        <pc:spChg chg="mod">
          <ac:chgData name="MIRZA TAIMOOR SULTAN BAIG" userId="821cc38a-13dc-42dd-8df4-06b0d6a89b24" providerId="ADAL" clId="{E8410493-32E6-4AFC-BC07-B2A788F71006}" dt="2023-01-10T22:41:48.930" v="1943" actId="2711"/>
          <ac:spMkLst>
            <pc:docMk/>
            <pc:sldMk cId="2457136821" sldId="285"/>
            <ac:spMk id="9" creationId="{EA858225-2F86-CF76-F8A3-886CCFC23555}"/>
          </ac:spMkLst>
        </pc:spChg>
        <pc:spChg chg="add del mod">
          <ac:chgData name="MIRZA TAIMOOR SULTAN BAIG" userId="821cc38a-13dc-42dd-8df4-06b0d6a89b24" providerId="ADAL" clId="{E8410493-32E6-4AFC-BC07-B2A788F71006}" dt="2023-01-10T02:09:01.060" v="1082"/>
          <ac:spMkLst>
            <pc:docMk/>
            <pc:sldMk cId="2457136821" sldId="285"/>
            <ac:spMk id="10" creationId="{8FBFA879-2687-7D9E-C93F-5276AFE84F0A}"/>
          </ac:spMkLst>
        </pc:spChg>
        <pc:spChg chg="add mod">
          <ac:chgData name="MIRZA TAIMOOR SULTAN BAIG" userId="821cc38a-13dc-42dd-8df4-06b0d6a89b24" providerId="ADAL" clId="{E8410493-32E6-4AFC-BC07-B2A788F71006}" dt="2023-01-10T22:41:48.930" v="1943" actId="2711"/>
          <ac:spMkLst>
            <pc:docMk/>
            <pc:sldMk cId="2457136821" sldId="285"/>
            <ac:spMk id="12" creationId="{B966FF33-7699-F6F7-E3DD-2EB4FCC268C2}"/>
          </ac:spMkLst>
        </pc:spChg>
        <pc:spChg chg="add mod">
          <ac:chgData name="MIRZA TAIMOOR SULTAN BAIG" userId="821cc38a-13dc-42dd-8df4-06b0d6a89b24" providerId="ADAL" clId="{E8410493-32E6-4AFC-BC07-B2A788F71006}" dt="2023-01-11T00:44:20.703" v="2023" actId="20577"/>
          <ac:spMkLst>
            <pc:docMk/>
            <pc:sldMk cId="2457136821" sldId="285"/>
            <ac:spMk id="13" creationId="{C76F66FA-0EF2-5F00-D001-DEC4E0C7D257}"/>
          </ac:spMkLst>
        </pc:spChg>
        <pc:graphicFrameChg chg="add del mod">
          <ac:chgData name="MIRZA TAIMOOR SULTAN BAIG" userId="821cc38a-13dc-42dd-8df4-06b0d6a89b24" providerId="ADAL" clId="{E8410493-32E6-4AFC-BC07-B2A788F71006}" dt="2023-01-10T02:09:59.935" v="1089" actId="478"/>
          <ac:graphicFrameMkLst>
            <pc:docMk/>
            <pc:sldMk cId="2457136821" sldId="285"/>
            <ac:graphicFrameMk id="3" creationId="{B85D0D9F-7501-54AF-8B1E-9BEF404E0CDB}"/>
          </ac:graphicFrameMkLst>
        </pc:graphicFrameChg>
        <pc:graphicFrameChg chg="add mod">
          <ac:chgData name="MIRZA TAIMOOR SULTAN BAIG" userId="821cc38a-13dc-42dd-8df4-06b0d6a89b24" providerId="ADAL" clId="{E8410493-32E6-4AFC-BC07-B2A788F71006}" dt="2023-01-10T22:41:48.930" v="1943" actId="2711"/>
          <ac:graphicFrameMkLst>
            <pc:docMk/>
            <pc:sldMk cId="2457136821" sldId="285"/>
            <ac:graphicFrameMk id="5" creationId="{FEB082D4-0DB0-D0E6-15DD-11249E2591A8}"/>
          </ac:graphicFrameMkLst>
        </pc:graphicFrameChg>
        <pc:picChg chg="mod">
          <ac:chgData name="MIRZA TAIMOOR SULTAN BAIG" userId="821cc38a-13dc-42dd-8df4-06b0d6a89b24" providerId="ADAL" clId="{E8410493-32E6-4AFC-BC07-B2A788F71006}" dt="2023-01-10T22:41:48.930" v="1943" actId="2711"/>
          <ac:picMkLst>
            <pc:docMk/>
            <pc:sldMk cId="2457136821" sldId="285"/>
            <ac:picMk id="4" creationId="{C503F903-7203-0A64-FE23-9AB8FACDD887}"/>
          </ac:picMkLst>
        </pc:picChg>
        <pc:picChg chg="mod">
          <ac:chgData name="MIRZA TAIMOOR SULTAN BAIG" userId="821cc38a-13dc-42dd-8df4-06b0d6a89b24" providerId="ADAL" clId="{E8410493-32E6-4AFC-BC07-B2A788F71006}" dt="2023-01-10T22:41:48.930" v="1943" actId="2711"/>
          <ac:picMkLst>
            <pc:docMk/>
            <pc:sldMk cId="2457136821" sldId="285"/>
            <ac:picMk id="7" creationId="{7605236A-BC95-FE47-2864-FFC7640ABBDD}"/>
          </ac:picMkLst>
        </pc:picChg>
      </pc:sldChg>
      <pc:sldChg chg="modSp del mod">
        <pc:chgData name="MIRZA TAIMOOR SULTAN BAIG" userId="821cc38a-13dc-42dd-8df4-06b0d6a89b24" providerId="ADAL" clId="{E8410493-32E6-4AFC-BC07-B2A788F71006}" dt="2023-01-10T02:13:22.987" v="1227" actId="47"/>
        <pc:sldMkLst>
          <pc:docMk/>
          <pc:sldMk cId="1216770395" sldId="286"/>
        </pc:sldMkLst>
        <pc:spChg chg="mod">
          <ac:chgData name="MIRZA TAIMOOR SULTAN BAIG" userId="821cc38a-13dc-42dd-8df4-06b0d6a89b24" providerId="ADAL" clId="{E8410493-32E6-4AFC-BC07-B2A788F71006}" dt="2023-01-10T02:09:04.539" v="1083" actId="6549"/>
          <ac:spMkLst>
            <pc:docMk/>
            <pc:sldMk cId="1216770395" sldId="286"/>
            <ac:spMk id="2" creationId="{422EEBDD-5DAE-9930-2417-0417D3D6CB01}"/>
          </ac:spMkLst>
        </pc:spChg>
        <pc:spChg chg="mod">
          <ac:chgData name="MIRZA TAIMOOR SULTAN BAIG" userId="821cc38a-13dc-42dd-8df4-06b0d6a89b24" providerId="ADAL" clId="{E8410493-32E6-4AFC-BC07-B2A788F71006}" dt="2023-01-10T02:09:39.295" v="1086" actId="207"/>
          <ac:spMkLst>
            <pc:docMk/>
            <pc:sldMk cId="1216770395" sldId="286"/>
            <ac:spMk id="3" creationId="{E8DFE3EA-E1A8-309B-19DD-862CC16D1F95}"/>
          </ac:spMkLst>
        </pc:spChg>
      </pc:sldChg>
      <pc:sldChg chg="modSp new mod">
        <pc:chgData name="MIRZA TAIMOOR SULTAN BAIG" userId="821cc38a-13dc-42dd-8df4-06b0d6a89b24" providerId="ADAL" clId="{E8410493-32E6-4AFC-BC07-B2A788F71006}" dt="2023-01-10T19:51:01.850" v="1888" actId="2711"/>
        <pc:sldMkLst>
          <pc:docMk/>
          <pc:sldMk cId="3574366305" sldId="286"/>
        </pc:sldMkLst>
        <pc:spChg chg="mod">
          <ac:chgData name="MIRZA TAIMOOR SULTAN BAIG" userId="821cc38a-13dc-42dd-8df4-06b0d6a89b24" providerId="ADAL" clId="{E8410493-32E6-4AFC-BC07-B2A788F71006}" dt="2023-01-10T19:24:26.638" v="1862" actId="20577"/>
          <ac:spMkLst>
            <pc:docMk/>
            <pc:sldMk cId="3574366305" sldId="286"/>
            <ac:spMk id="2" creationId="{E4B417E3-398C-D87B-82B5-CE1CFB7C460C}"/>
          </ac:spMkLst>
        </pc:spChg>
        <pc:spChg chg="mod">
          <ac:chgData name="MIRZA TAIMOOR SULTAN BAIG" userId="821cc38a-13dc-42dd-8df4-06b0d6a89b24" providerId="ADAL" clId="{E8410493-32E6-4AFC-BC07-B2A788F71006}" dt="2023-01-10T19:51:01.850" v="1888" actId="2711"/>
          <ac:spMkLst>
            <pc:docMk/>
            <pc:sldMk cId="3574366305" sldId="286"/>
            <ac:spMk id="3" creationId="{AC62C206-53BB-ECC7-55FD-886034F29A0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stdaiu-my.sharepoint.com/personal/mirza_baig_std_antalya_edu_tr/Documents/Desktop/finalized%20software%20reading/4%20electrod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stdaiu-my.sharepoint.com/personal/mirza_baig_std_antalya_edu_tr/Documents/Desktop/finalized%20software%20reading/4%20electrode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stdaiu-my.sharepoint.com/personal/mirza_baig_std_antalya_edu_tr/Documents/Desktop/finalized%20software%20reading/4%20electrode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stdaiu-my.sharepoint.com/personal/mirza_baig_std_antalya_edu_tr/Documents/Desktop/finalized%20software%20reading/4%20electrode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stdaiu-my.sharepoint.com/personal/mirza_baig_std_antalya_edu_tr/Documents/Desktop/finalized%20software%20reading/4%20electrode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stdaiu-my.sharepoint.com/personal/mirza_baig_std_antalya_edu_tr/Documents/Desktop/finalized%20software%20reading/4%20electrode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stdaiu-my.sharepoint.com/personal/mirza_baig_std_antalya_edu_tr/Documents/Desktop/New%20folder/10KHZ%20FILTER%20F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stdaiu-my.sharepoint.com/personal/mirza_baig_std_antalya_edu_tr/Documents/Desktop/New%20folder/100hz%20filter%20f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stdaiu-my.sharepoint.com/personal/mirza_baig_std_antalya_edu_tr/Documents/Desktop/New%20folder/10KHZ%20FILTER%20F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stdaiu-my.sharepoint.com/personal/mirza_baig_std_antalya_edu_tr/Documents/Desktop/New%20folder/10KHZ%20FILTER%20F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stdaiu-my.sharepoint.com/personal/mirza_baig_std_antalya_edu_tr/Documents/Desktop/New%20folder/100hz%20filter%20f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electrode 1,2,3real(0%)</a:t>
            </a:r>
          </a:p>
        </c:rich>
      </c:tx>
      <c:layout>
        <c:manualLayout>
          <c:xMode val="edge"/>
          <c:yMode val="edge"/>
          <c:x val="0.30504657506047039"/>
          <c:y val="2.80701754385964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53480166854486"/>
          <c:y val="0.16066466216711323"/>
          <c:w val="0.73732409495254425"/>
          <c:h val="0.546008868155612"/>
        </c:manualLayout>
      </c:layout>
      <c:lineChart>
        <c:grouping val="standard"/>
        <c:varyColors val="0"/>
        <c:ser>
          <c:idx val="0"/>
          <c:order val="0"/>
          <c:tx>
            <c:v>z1</c:v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</a:ln>
              <a:effectLst/>
            </c:spPr>
          </c:marker>
          <c:cat>
            <c:numRef>
              <c:f>Sheet1!$A$3:$A$25</c:f>
              <c:numCache>
                <c:formatCode>General</c:formatCode>
                <c:ptCount val="23"/>
                <c:pt idx="0">
                  <c:v>1</c:v>
                </c:pt>
                <c:pt idx="1">
                  <c:v>3.1622776601683702</c:v>
                </c:pt>
                <c:pt idx="2">
                  <c:v>10</c:v>
                </c:pt>
                <c:pt idx="3">
                  <c:v>31.6227766016837</c:v>
                </c:pt>
                <c:pt idx="4">
                  <c:v>100</c:v>
                </c:pt>
                <c:pt idx="5">
                  <c:v>316.22776601683699</c:v>
                </c:pt>
                <c:pt idx="6">
                  <c:v>1000</c:v>
                </c:pt>
                <c:pt idx="7">
                  <c:v>3162.2776601683699</c:v>
                </c:pt>
                <c:pt idx="8">
                  <c:v>10000</c:v>
                </c:pt>
                <c:pt idx="9">
                  <c:v>31622.776601683701</c:v>
                </c:pt>
                <c:pt idx="10">
                  <c:v>100000</c:v>
                </c:pt>
                <c:pt idx="11">
                  <c:v>316227.76601683698</c:v>
                </c:pt>
                <c:pt idx="12">
                  <c:v>1000000</c:v>
                </c:pt>
                <c:pt idx="13">
                  <c:v>3162277.6601683702</c:v>
                </c:pt>
                <c:pt idx="14">
                  <c:v>10000000</c:v>
                </c:pt>
                <c:pt idx="15" formatCode="0.00E+00">
                  <c:v>31622776.601683699</c:v>
                </c:pt>
                <c:pt idx="16">
                  <c:v>100000000</c:v>
                </c:pt>
                <c:pt idx="17" formatCode="0.00E+00">
                  <c:v>316227766.016837</c:v>
                </c:pt>
                <c:pt idx="18">
                  <c:v>1000000000</c:v>
                </c:pt>
                <c:pt idx="19" formatCode="0.00E+00">
                  <c:v>3162277660.1683698</c:v>
                </c:pt>
                <c:pt idx="20" formatCode="0.00E+00">
                  <c:v>10000000000</c:v>
                </c:pt>
                <c:pt idx="21" formatCode="0.00E+00">
                  <c:v>31622776601.683701</c:v>
                </c:pt>
                <c:pt idx="22" formatCode="0.00E+00">
                  <c:v>100000000000</c:v>
                </c:pt>
              </c:numCache>
            </c:numRef>
          </c:cat>
          <c:val>
            <c:numRef>
              <c:f>Sheet1!$B$3:$B$25</c:f>
              <c:numCache>
                <c:formatCode>General</c:formatCode>
                <c:ptCount val="23"/>
                <c:pt idx="0">
                  <c:v>779763.235361328</c:v>
                </c:pt>
                <c:pt idx="1">
                  <c:v>779195.07765576802</c:v>
                </c:pt>
                <c:pt idx="2">
                  <c:v>775564.952746592</c:v>
                </c:pt>
                <c:pt idx="3">
                  <c:v>765884.66913835902</c:v>
                </c:pt>
                <c:pt idx="4">
                  <c:v>756035.29016344296</c:v>
                </c:pt>
                <c:pt idx="5">
                  <c:v>733017.41083614901</c:v>
                </c:pt>
                <c:pt idx="6">
                  <c:v>641256.76617707405</c:v>
                </c:pt>
                <c:pt idx="7">
                  <c:v>367996.53696513799</c:v>
                </c:pt>
                <c:pt idx="8">
                  <c:v>108840.995933176</c:v>
                </c:pt>
                <c:pt idx="9">
                  <c:v>26981.963941701601</c:v>
                </c:pt>
                <c:pt idx="10">
                  <c:v>7508.1006878797398</c:v>
                </c:pt>
                <c:pt idx="11">
                  <c:v>2315.8533032897399</c:v>
                </c:pt>
                <c:pt idx="12">
                  <c:v>785.954269267516</c:v>
                </c:pt>
                <c:pt idx="13">
                  <c:v>334.84317815173199</c:v>
                </c:pt>
                <c:pt idx="14">
                  <c:v>2891.9414890089702</c:v>
                </c:pt>
                <c:pt idx="15">
                  <c:v>2137.9018913714499</c:v>
                </c:pt>
                <c:pt idx="16">
                  <c:v>1340.6989617234401</c:v>
                </c:pt>
                <c:pt idx="17">
                  <c:v>488.51968447501298</c:v>
                </c:pt>
                <c:pt idx="18">
                  <c:v>108.60798186931299</c:v>
                </c:pt>
                <c:pt idx="19">
                  <c:v>29.623662528853199</c:v>
                </c:pt>
                <c:pt idx="20">
                  <c:v>16.584473199911798</c:v>
                </c:pt>
                <c:pt idx="21">
                  <c:v>1.90625668755969</c:v>
                </c:pt>
                <c:pt idx="22">
                  <c:v>0.19357380890658599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EEB-443C-81FE-A10B8DEE5973}"/>
            </c:ext>
          </c:extLst>
        </c:ser>
        <c:ser>
          <c:idx val="1"/>
          <c:order val="1"/>
          <c:tx>
            <c:v>Z2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</a:ln>
              <a:effectLst/>
            </c:spPr>
          </c:marker>
          <c:cat>
            <c:numRef>
              <c:f>Sheet1!$A$3:$A$25</c:f>
              <c:numCache>
                <c:formatCode>General</c:formatCode>
                <c:ptCount val="23"/>
                <c:pt idx="0">
                  <c:v>1</c:v>
                </c:pt>
                <c:pt idx="1">
                  <c:v>3.1622776601683702</c:v>
                </c:pt>
                <c:pt idx="2">
                  <c:v>10</c:v>
                </c:pt>
                <c:pt idx="3">
                  <c:v>31.6227766016837</c:v>
                </c:pt>
                <c:pt idx="4">
                  <c:v>100</c:v>
                </c:pt>
                <c:pt idx="5">
                  <c:v>316.22776601683699</c:v>
                </c:pt>
                <c:pt idx="6">
                  <c:v>1000</c:v>
                </c:pt>
                <c:pt idx="7">
                  <c:v>3162.2776601683699</c:v>
                </c:pt>
                <c:pt idx="8">
                  <c:v>10000</c:v>
                </c:pt>
                <c:pt idx="9">
                  <c:v>31622.776601683701</c:v>
                </c:pt>
                <c:pt idx="10">
                  <c:v>100000</c:v>
                </c:pt>
                <c:pt idx="11">
                  <c:v>316227.76601683698</c:v>
                </c:pt>
                <c:pt idx="12">
                  <c:v>1000000</c:v>
                </c:pt>
                <c:pt idx="13">
                  <c:v>3162277.6601683702</c:v>
                </c:pt>
                <c:pt idx="14">
                  <c:v>10000000</c:v>
                </c:pt>
                <c:pt idx="15" formatCode="0.00E+00">
                  <c:v>31622776.601683699</c:v>
                </c:pt>
                <c:pt idx="16">
                  <c:v>100000000</c:v>
                </c:pt>
                <c:pt idx="17" formatCode="0.00E+00">
                  <c:v>316227766.016837</c:v>
                </c:pt>
                <c:pt idx="18">
                  <c:v>1000000000</c:v>
                </c:pt>
                <c:pt idx="19" formatCode="0.00E+00">
                  <c:v>3162277660.1683698</c:v>
                </c:pt>
                <c:pt idx="20" formatCode="0.00E+00">
                  <c:v>10000000000</c:v>
                </c:pt>
                <c:pt idx="21" formatCode="0.00E+00">
                  <c:v>31622776601.683701</c:v>
                </c:pt>
                <c:pt idx="22" formatCode="0.00E+00">
                  <c:v>100000000000</c:v>
                </c:pt>
              </c:numCache>
            </c:numRef>
          </c:cat>
          <c:val>
            <c:numRef>
              <c:f>Sheet1!$C$3:$C$25</c:f>
              <c:numCache>
                <c:formatCode>General</c:formatCode>
                <c:ptCount val="23"/>
                <c:pt idx="0">
                  <c:v>779310.01126451103</c:v>
                </c:pt>
                <c:pt idx="1">
                  <c:v>778742.465636326</c:v>
                </c:pt>
                <c:pt idx="2">
                  <c:v>775118.31902874599</c:v>
                </c:pt>
                <c:pt idx="3">
                  <c:v>765489.25854205003</c:v>
                </c:pt>
                <c:pt idx="4">
                  <c:v>755846.28956457495</c:v>
                </c:pt>
                <c:pt idx="5">
                  <c:v>732978.55006653594</c:v>
                </c:pt>
                <c:pt idx="6">
                  <c:v>641246.17707764497</c:v>
                </c:pt>
                <c:pt idx="7">
                  <c:v>367992.30684445699</c:v>
                </c:pt>
                <c:pt idx="8">
                  <c:v>108839.82818779899</c:v>
                </c:pt>
                <c:pt idx="9">
                  <c:v>26981.680837390999</c:v>
                </c:pt>
                <c:pt idx="10">
                  <c:v>7508.0226801467697</c:v>
                </c:pt>
                <c:pt idx="11">
                  <c:v>2315.8293319916102</c:v>
                </c:pt>
                <c:pt idx="12">
                  <c:v>785.94614416440504</c:v>
                </c:pt>
                <c:pt idx="13">
                  <c:v>334.83971785072202</c:v>
                </c:pt>
                <c:pt idx="14">
                  <c:v>2633.3703600550002</c:v>
                </c:pt>
                <c:pt idx="15">
                  <c:v>1919.7311367048701</c:v>
                </c:pt>
                <c:pt idx="16">
                  <c:v>1203.47132903325</c:v>
                </c:pt>
                <c:pt idx="17">
                  <c:v>447.65169527911098</c:v>
                </c:pt>
                <c:pt idx="18">
                  <c:v>100.689353479302</c:v>
                </c:pt>
                <c:pt idx="19">
                  <c:v>27.074369363097698</c:v>
                </c:pt>
                <c:pt idx="20">
                  <c:v>15.082081712758001</c:v>
                </c:pt>
                <c:pt idx="21">
                  <c:v>1.7276736419638601</c:v>
                </c:pt>
                <c:pt idx="22">
                  <c:v>0.17536500148186501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EEB-443C-81FE-A10B8DEE5973}"/>
            </c:ext>
          </c:extLst>
        </c:ser>
        <c:ser>
          <c:idx val="2"/>
          <c:order val="2"/>
          <c:tx>
            <c:v>Z3</c:v>
          </c:tx>
          <c:spPr>
            <a:ln w="22225" cap="rnd">
              <a:solidFill>
                <a:schemeClr val="accent3"/>
              </a:solidFill>
              <a:round/>
            </a:ln>
            <a:effectLst/>
          </c:spPr>
          <c:marker>
            <c:symbol val="triangle"/>
            <c:size val="6"/>
            <c:spPr>
              <a:solidFill>
                <a:schemeClr val="accent3"/>
              </a:solidFill>
              <a:ln w="9525">
                <a:solidFill>
                  <a:schemeClr val="accent3"/>
                </a:solidFill>
                <a:round/>
              </a:ln>
              <a:effectLst/>
            </c:spPr>
          </c:marker>
          <c:cat>
            <c:numRef>
              <c:f>Sheet1!$A$3:$A$25</c:f>
              <c:numCache>
                <c:formatCode>General</c:formatCode>
                <c:ptCount val="23"/>
                <c:pt idx="0">
                  <c:v>1</c:v>
                </c:pt>
                <c:pt idx="1">
                  <c:v>3.1622776601683702</c:v>
                </c:pt>
                <c:pt idx="2">
                  <c:v>10</c:v>
                </c:pt>
                <c:pt idx="3">
                  <c:v>31.6227766016837</c:v>
                </c:pt>
                <c:pt idx="4">
                  <c:v>100</c:v>
                </c:pt>
                <c:pt idx="5">
                  <c:v>316.22776601683699</c:v>
                </c:pt>
                <c:pt idx="6">
                  <c:v>1000</c:v>
                </c:pt>
                <c:pt idx="7">
                  <c:v>3162.2776601683699</c:v>
                </c:pt>
                <c:pt idx="8">
                  <c:v>10000</c:v>
                </c:pt>
                <c:pt idx="9">
                  <c:v>31622.776601683701</c:v>
                </c:pt>
                <c:pt idx="10">
                  <c:v>100000</c:v>
                </c:pt>
                <c:pt idx="11">
                  <c:v>316227.76601683698</c:v>
                </c:pt>
                <c:pt idx="12">
                  <c:v>1000000</c:v>
                </c:pt>
                <c:pt idx="13">
                  <c:v>3162277.6601683702</c:v>
                </c:pt>
                <c:pt idx="14">
                  <c:v>10000000</c:v>
                </c:pt>
                <c:pt idx="15" formatCode="0.00E+00">
                  <c:v>31622776.601683699</c:v>
                </c:pt>
                <c:pt idx="16">
                  <c:v>100000000</c:v>
                </c:pt>
                <c:pt idx="17" formatCode="0.00E+00">
                  <c:v>316227766.016837</c:v>
                </c:pt>
                <c:pt idx="18">
                  <c:v>1000000000</c:v>
                </c:pt>
                <c:pt idx="19" formatCode="0.00E+00">
                  <c:v>3162277660.1683698</c:v>
                </c:pt>
                <c:pt idx="20" formatCode="0.00E+00">
                  <c:v>10000000000</c:v>
                </c:pt>
                <c:pt idx="21" formatCode="0.00E+00">
                  <c:v>31622776601.683701</c:v>
                </c:pt>
                <c:pt idx="22" formatCode="0.00E+00">
                  <c:v>100000000000</c:v>
                </c:pt>
              </c:numCache>
            </c:numRef>
          </c:cat>
          <c:val>
            <c:numRef>
              <c:f>Sheet1!$D$3:$D$25</c:f>
              <c:numCache>
                <c:formatCode>General</c:formatCode>
                <c:ptCount val="23"/>
                <c:pt idx="0">
                  <c:v>779279.65811258601</c:v>
                </c:pt>
                <c:pt idx="1">
                  <c:v>778712.12391427404</c:v>
                </c:pt>
                <c:pt idx="2">
                  <c:v>775088.03597059904</c:v>
                </c:pt>
                <c:pt idx="3">
                  <c:v>765459.13570535497</c:v>
                </c:pt>
                <c:pt idx="4">
                  <c:v>755816.41388627095</c:v>
                </c:pt>
                <c:pt idx="5">
                  <c:v>732949.52505631105</c:v>
                </c:pt>
                <c:pt idx="6">
                  <c:v>641220.77571030601</c:v>
                </c:pt>
                <c:pt idx="7">
                  <c:v>367977.72907350003</c:v>
                </c:pt>
                <c:pt idx="8">
                  <c:v>108835.516540382</c:v>
                </c:pt>
                <c:pt idx="9">
                  <c:v>26980.611966330998</c:v>
                </c:pt>
                <c:pt idx="10">
                  <c:v>7507.7252518434398</c:v>
                </c:pt>
                <c:pt idx="11">
                  <c:v>2315.73759100193</c:v>
                </c:pt>
                <c:pt idx="12">
                  <c:v>785.91500910432705</c:v>
                </c:pt>
                <c:pt idx="13">
                  <c:v>334.82645325851598</c:v>
                </c:pt>
                <c:pt idx="14">
                  <c:v>2633.38123405535</c:v>
                </c:pt>
                <c:pt idx="15">
                  <c:v>1919.7420164130001</c:v>
                </c:pt>
                <c:pt idx="16">
                  <c:v>1203.47752207863</c:v>
                </c:pt>
                <c:pt idx="17">
                  <c:v>447.65178751597603</c:v>
                </c:pt>
                <c:pt idx="18">
                  <c:v>100.688987000881</c:v>
                </c:pt>
                <c:pt idx="19">
                  <c:v>27.074322046831799</c:v>
                </c:pt>
                <c:pt idx="20">
                  <c:v>15.082064511496901</c:v>
                </c:pt>
                <c:pt idx="21">
                  <c:v>1.72767157933302</c:v>
                </c:pt>
                <c:pt idx="22">
                  <c:v>0.175364792201262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EEB-443C-81FE-A10B8DEE59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84860719"/>
        <c:axId val="2084861967"/>
      </c:lineChart>
      <c:catAx>
        <c:axId val="20848607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frequency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4861967"/>
        <c:crosses val="autoZero"/>
        <c:auto val="1"/>
        <c:lblAlgn val="ctr"/>
        <c:lblOffset val="100"/>
        <c:noMultiLvlLbl val="0"/>
      </c:catAx>
      <c:valAx>
        <c:axId val="208486196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impedance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4860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dk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cap="all" normalizeH="0" baseline="0">
                <a:effectLst/>
              </a:rPr>
              <a:t>electrode 1,2,3</a:t>
            </a:r>
            <a:r>
              <a:rPr lang="en-US"/>
              <a:t>real(15%)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Z1</c:v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</a:ln>
              <a:effectLst/>
            </c:spPr>
          </c:marker>
          <c:cat>
            <c:numRef>
              <c:f>Sheet1!$A$55:$A$77</c:f>
              <c:numCache>
                <c:formatCode>General</c:formatCode>
                <c:ptCount val="23"/>
                <c:pt idx="0">
                  <c:v>1</c:v>
                </c:pt>
                <c:pt idx="1">
                  <c:v>3.1622776601683702</c:v>
                </c:pt>
                <c:pt idx="2">
                  <c:v>10</c:v>
                </c:pt>
                <c:pt idx="3">
                  <c:v>31.6227766016837</c:v>
                </c:pt>
                <c:pt idx="4">
                  <c:v>100</c:v>
                </c:pt>
                <c:pt idx="5">
                  <c:v>316.22776601683699</c:v>
                </c:pt>
                <c:pt idx="6">
                  <c:v>1000</c:v>
                </c:pt>
                <c:pt idx="7">
                  <c:v>3162.2776601683699</c:v>
                </c:pt>
                <c:pt idx="8">
                  <c:v>10000</c:v>
                </c:pt>
                <c:pt idx="9">
                  <c:v>31622.776601683701</c:v>
                </c:pt>
                <c:pt idx="10">
                  <c:v>100000</c:v>
                </c:pt>
                <c:pt idx="11">
                  <c:v>316227.76601683698</c:v>
                </c:pt>
                <c:pt idx="12">
                  <c:v>1000000</c:v>
                </c:pt>
                <c:pt idx="13">
                  <c:v>3162277.6601683702</c:v>
                </c:pt>
                <c:pt idx="14">
                  <c:v>10000000</c:v>
                </c:pt>
                <c:pt idx="15" formatCode="0.00E+00">
                  <c:v>31622776.601683699</c:v>
                </c:pt>
                <c:pt idx="16">
                  <c:v>100000000</c:v>
                </c:pt>
                <c:pt idx="17" formatCode="0.00E+00">
                  <c:v>316227766.016837</c:v>
                </c:pt>
                <c:pt idx="18">
                  <c:v>1000000000</c:v>
                </c:pt>
                <c:pt idx="19" formatCode="0.00E+00">
                  <c:v>3162277660.1683698</c:v>
                </c:pt>
                <c:pt idx="20" formatCode="0.00E+00">
                  <c:v>10000000000</c:v>
                </c:pt>
                <c:pt idx="21" formatCode="0.00E+00">
                  <c:v>31622776601.683701</c:v>
                </c:pt>
                <c:pt idx="22" formatCode="0.00E+00">
                  <c:v>100000000000</c:v>
                </c:pt>
              </c:numCache>
            </c:numRef>
          </c:cat>
          <c:val>
            <c:numRef>
              <c:f>Sheet1!$B$55:$B$77</c:f>
              <c:numCache>
                <c:formatCode>General</c:formatCode>
                <c:ptCount val="23"/>
                <c:pt idx="0">
                  <c:v>779758.12296621699</c:v>
                </c:pt>
                <c:pt idx="1">
                  <c:v>779189.96892010898</c:v>
                </c:pt>
                <c:pt idx="2">
                  <c:v>775559.88319682004</c:v>
                </c:pt>
                <c:pt idx="3">
                  <c:v>765880.03166244598</c:v>
                </c:pt>
                <c:pt idx="4">
                  <c:v>756033.46999198897</c:v>
                </c:pt>
                <c:pt idx="5">
                  <c:v>733019.10702566104</c:v>
                </c:pt>
                <c:pt idx="6">
                  <c:v>641257.66542754194</c:v>
                </c:pt>
                <c:pt idx="7">
                  <c:v>367996.66294555401</c:v>
                </c:pt>
                <c:pt idx="8">
                  <c:v>108841.009195726</c:v>
                </c:pt>
                <c:pt idx="9">
                  <c:v>26981.965252320901</c:v>
                </c:pt>
                <c:pt idx="10">
                  <c:v>7508.1008367975301</c:v>
                </c:pt>
                <c:pt idx="11">
                  <c:v>2315.8533220228801</c:v>
                </c:pt>
                <c:pt idx="12">
                  <c:v>785.95426938546598</c:v>
                </c:pt>
                <c:pt idx="13">
                  <c:v>334.84317843282798</c:v>
                </c:pt>
                <c:pt idx="14">
                  <c:v>2891.7472910311999</c:v>
                </c:pt>
                <c:pt idx="15">
                  <c:v>2137.7566487372201</c:v>
                </c:pt>
                <c:pt idx="16">
                  <c:v>1340.60184958573</c:v>
                </c:pt>
                <c:pt idx="17">
                  <c:v>488.50152397560498</c:v>
                </c:pt>
                <c:pt idx="18">
                  <c:v>108.612315684607</c:v>
                </c:pt>
                <c:pt idx="19">
                  <c:v>29.6246020934535</c:v>
                </c:pt>
                <c:pt idx="20">
                  <c:v>16.584633281308498</c:v>
                </c:pt>
                <c:pt idx="21">
                  <c:v>1.9063088852976899</c:v>
                </c:pt>
                <c:pt idx="22">
                  <c:v>0.19357954944945299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A5E-4004-B2EB-0C7D37556B6B}"/>
            </c:ext>
          </c:extLst>
        </c:ser>
        <c:ser>
          <c:idx val="1"/>
          <c:order val="1"/>
          <c:tx>
            <c:v>Z2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</a:ln>
              <a:effectLst/>
            </c:spPr>
          </c:marker>
          <c:cat>
            <c:numRef>
              <c:f>Sheet1!$A$55:$A$77</c:f>
              <c:numCache>
                <c:formatCode>General</c:formatCode>
                <c:ptCount val="23"/>
                <c:pt idx="0">
                  <c:v>1</c:v>
                </c:pt>
                <c:pt idx="1">
                  <c:v>3.1622776601683702</c:v>
                </c:pt>
                <c:pt idx="2">
                  <c:v>10</c:v>
                </c:pt>
                <c:pt idx="3">
                  <c:v>31.6227766016837</c:v>
                </c:pt>
                <c:pt idx="4">
                  <c:v>100</c:v>
                </c:pt>
                <c:pt idx="5">
                  <c:v>316.22776601683699</c:v>
                </c:pt>
                <c:pt idx="6">
                  <c:v>1000</c:v>
                </c:pt>
                <c:pt idx="7">
                  <c:v>3162.2776601683699</c:v>
                </c:pt>
                <c:pt idx="8">
                  <c:v>10000</c:v>
                </c:pt>
                <c:pt idx="9">
                  <c:v>31622.776601683701</c:v>
                </c:pt>
                <c:pt idx="10">
                  <c:v>100000</c:v>
                </c:pt>
                <c:pt idx="11">
                  <c:v>316227.76601683698</c:v>
                </c:pt>
                <c:pt idx="12">
                  <c:v>1000000</c:v>
                </c:pt>
                <c:pt idx="13">
                  <c:v>3162277.6601683702</c:v>
                </c:pt>
                <c:pt idx="14">
                  <c:v>10000000</c:v>
                </c:pt>
                <c:pt idx="15" formatCode="0.00E+00">
                  <c:v>31622776.601683699</c:v>
                </c:pt>
                <c:pt idx="16">
                  <c:v>100000000</c:v>
                </c:pt>
                <c:pt idx="17" formatCode="0.00E+00">
                  <c:v>316227766.016837</c:v>
                </c:pt>
                <c:pt idx="18">
                  <c:v>1000000000</c:v>
                </c:pt>
                <c:pt idx="19" formatCode="0.00E+00">
                  <c:v>3162277660.1683698</c:v>
                </c:pt>
                <c:pt idx="20" formatCode="0.00E+00">
                  <c:v>10000000000</c:v>
                </c:pt>
                <c:pt idx="21" formatCode="0.00E+00">
                  <c:v>31622776601.683701</c:v>
                </c:pt>
                <c:pt idx="22" formatCode="0.00E+00">
                  <c:v>100000000000</c:v>
                </c:pt>
              </c:numCache>
            </c:numRef>
          </c:cat>
          <c:val>
            <c:numRef>
              <c:f>Sheet1!$C$55:$C$78</c:f>
              <c:numCache>
                <c:formatCode>General</c:formatCode>
                <c:ptCount val="24"/>
                <c:pt idx="0">
                  <c:v>779306.26270322595</c:v>
                </c:pt>
                <c:pt idx="1">
                  <c:v>778738.71980738</c:v>
                </c:pt>
                <c:pt idx="2">
                  <c:v>775114.60252307204</c:v>
                </c:pt>
                <c:pt idx="3">
                  <c:v>765485.86453339399</c:v>
                </c:pt>
                <c:pt idx="4">
                  <c:v>755844.974022337</c:v>
                </c:pt>
                <c:pt idx="5">
                  <c:v>732979.78647949395</c:v>
                </c:pt>
                <c:pt idx="6">
                  <c:v>641246.82940445596</c:v>
                </c:pt>
                <c:pt idx="7">
                  <c:v>367992.39808318799</c:v>
                </c:pt>
                <c:pt idx="8">
                  <c:v>108839.83782785801</c:v>
                </c:pt>
                <c:pt idx="9">
                  <c:v>26981.681782023799</c:v>
                </c:pt>
                <c:pt idx="10">
                  <c:v>7508.0227917250604</c:v>
                </c:pt>
                <c:pt idx="11">
                  <c:v>2315.8293467496101</c:v>
                </c:pt>
                <c:pt idx="12">
                  <c:v>785.94614379573898</c:v>
                </c:pt>
                <c:pt idx="13">
                  <c:v>334.83971803305502</c:v>
                </c:pt>
                <c:pt idx="14">
                  <c:v>2633.24038641472</c:v>
                </c:pt>
                <c:pt idx="15">
                  <c:v>1919.63521116467</c:v>
                </c:pt>
                <c:pt idx="16">
                  <c:v>1203.40691587936</c:v>
                </c:pt>
                <c:pt idx="17">
                  <c:v>447.63875947096699</c:v>
                </c:pt>
                <c:pt idx="18">
                  <c:v>100.692171728505</c:v>
                </c:pt>
                <c:pt idx="19">
                  <c:v>27.074992451700599</c:v>
                </c:pt>
                <c:pt idx="20">
                  <c:v>15.0821823185677</c:v>
                </c:pt>
                <c:pt idx="21">
                  <c:v>1.7277090414332299</c:v>
                </c:pt>
                <c:pt idx="22">
                  <c:v>0.175368908180944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A5E-4004-B2EB-0C7D37556B6B}"/>
            </c:ext>
          </c:extLst>
        </c:ser>
        <c:ser>
          <c:idx val="2"/>
          <c:order val="2"/>
          <c:tx>
            <c:v>Z3</c:v>
          </c:tx>
          <c:spPr>
            <a:ln w="22225" cap="rnd">
              <a:solidFill>
                <a:schemeClr val="accent3"/>
              </a:solidFill>
              <a:round/>
            </a:ln>
            <a:effectLst/>
          </c:spPr>
          <c:marker>
            <c:symbol val="triangle"/>
            <c:size val="6"/>
            <c:spPr>
              <a:solidFill>
                <a:schemeClr val="accent3"/>
              </a:solidFill>
              <a:ln w="9525">
                <a:solidFill>
                  <a:schemeClr val="accent3"/>
                </a:solidFill>
                <a:round/>
              </a:ln>
              <a:effectLst/>
            </c:spPr>
          </c:marker>
          <c:cat>
            <c:numRef>
              <c:f>Sheet1!$A$55:$A$77</c:f>
              <c:numCache>
                <c:formatCode>General</c:formatCode>
                <c:ptCount val="23"/>
                <c:pt idx="0">
                  <c:v>1</c:v>
                </c:pt>
                <c:pt idx="1">
                  <c:v>3.1622776601683702</c:v>
                </c:pt>
                <c:pt idx="2">
                  <c:v>10</c:v>
                </c:pt>
                <c:pt idx="3">
                  <c:v>31.6227766016837</c:v>
                </c:pt>
                <c:pt idx="4">
                  <c:v>100</c:v>
                </c:pt>
                <c:pt idx="5">
                  <c:v>316.22776601683699</c:v>
                </c:pt>
                <c:pt idx="6">
                  <c:v>1000</c:v>
                </c:pt>
                <c:pt idx="7">
                  <c:v>3162.2776601683699</c:v>
                </c:pt>
                <c:pt idx="8">
                  <c:v>10000</c:v>
                </c:pt>
                <c:pt idx="9">
                  <c:v>31622.776601683701</c:v>
                </c:pt>
                <c:pt idx="10">
                  <c:v>100000</c:v>
                </c:pt>
                <c:pt idx="11">
                  <c:v>316227.76601683698</c:v>
                </c:pt>
                <c:pt idx="12">
                  <c:v>1000000</c:v>
                </c:pt>
                <c:pt idx="13">
                  <c:v>3162277.6601683702</c:v>
                </c:pt>
                <c:pt idx="14">
                  <c:v>10000000</c:v>
                </c:pt>
                <c:pt idx="15" formatCode="0.00E+00">
                  <c:v>31622776.601683699</c:v>
                </c:pt>
                <c:pt idx="16">
                  <c:v>100000000</c:v>
                </c:pt>
                <c:pt idx="17" formatCode="0.00E+00">
                  <c:v>316227766.016837</c:v>
                </c:pt>
                <c:pt idx="18">
                  <c:v>1000000000</c:v>
                </c:pt>
                <c:pt idx="19" formatCode="0.00E+00">
                  <c:v>3162277660.1683698</c:v>
                </c:pt>
                <c:pt idx="20" formatCode="0.00E+00">
                  <c:v>10000000000</c:v>
                </c:pt>
                <c:pt idx="21" formatCode="0.00E+00">
                  <c:v>31622776601.683701</c:v>
                </c:pt>
                <c:pt idx="22" formatCode="0.00E+00">
                  <c:v>100000000000</c:v>
                </c:pt>
              </c:numCache>
            </c:numRef>
          </c:cat>
          <c:val>
            <c:numRef>
              <c:f>Sheet1!$D$55:$D$77</c:f>
              <c:numCache>
                <c:formatCode>General</c:formatCode>
                <c:ptCount val="23"/>
                <c:pt idx="0">
                  <c:v>779275.90874375298</c:v>
                </c:pt>
                <c:pt idx="1">
                  <c:v>778708.37728662801</c:v>
                </c:pt>
                <c:pt idx="2">
                  <c:v>775084.3187376</c:v>
                </c:pt>
                <c:pt idx="3">
                  <c:v>765455.74122688302</c:v>
                </c:pt>
                <c:pt idx="4">
                  <c:v>755815.09829445404</c:v>
                </c:pt>
                <c:pt idx="5">
                  <c:v>732950.76157559396</c:v>
                </c:pt>
                <c:pt idx="6">
                  <c:v>641221.42808286299</c:v>
                </c:pt>
                <c:pt idx="7">
                  <c:v>367977.82031858899</c:v>
                </c:pt>
                <c:pt idx="8">
                  <c:v>108835.526181106</c:v>
                </c:pt>
                <c:pt idx="9">
                  <c:v>26980.612911030999</c:v>
                </c:pt>
                <c:pt idx="10">
                  <c:v>7507.7253634286599</c:v>
                </c:pt>
                <c:pt idx="11">
                  <c:v>2315.7376057607898</c:v>
                </c:pt>
                <c:pt idx="12">
                  <c:v>785.91500873576695</c:v>
                </c:pt>
                <c:pt idx="13">
                  <c:v>334.82645344085802</c:v>
                </c:pt>
                <c:pt idx="14">
                  <c:v>2633.2512228993401</c:v>
                </c:pt>
                <c:pt idx="15">
                  <c:v>1919.6460661087499</c:v>
                </c:pt>
                <c:pt idx="16">
                  <c:v>1203.4130963359401</c:v>
                </c:pt>
                <c:pt idx="17">
                  <c:v>447.63885052812901</c:v>
                </c:pt>
                <c:pt idx="18">
                  <c:v>100.691805715684</c:v>
                </c:pt>
                <c:pt idx="19">
                  <c:v>27.074945197474399</c:v>
                </c:pt>
                <c:pt idx="20">
                  <c:v>15.082165118677</c:v>
                </c:pt>
                <c:pt idx="21">
                  <c:v>1.7277069840025201</c:v>
                </c:pt>
                <c:pt idx="22">
                  <c:v>0.17536869949761799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A5E-4004-B2EB-0C7D37556B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4847631"/>
        <c:axId val="124839727"/>
      </c:lineChart>
      <c:catAx>
        <c:axId val="12484763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frequency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839727"/>
        <c:crosses val="autoZero"/>
        <c:auto val="1"/>
        <c:lblAlgn val="ctr"/>
        <c:lblOffset val="100"/>
        <c:noMultiLvlLbl val="0"/>
      </c:catAx>
      <c:valAx>
        <c:axId val="12483972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impedance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8476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baseline="0" dirty="0">
                <a:effectLst/>
              </a:rPr>
              <a:t>Electrode 1 (15%-0%) </a:t>
            </a:r>
            <a:br>
              <a:rPr lang="en-US" sz="1800" b="1" i="0" baseline="0" dirty="0">
                <a:effectLst/>
              </a:rPr>
            </a:br>
            <a:r>
              <a:rPr lang="en-US" sz="1800" b="1" i="0" baseline="0" dirty="0">
                <a:effectLst/>
              </a:rPr>
              <a:t>Real Part</a:t>
            </a:r>
            <a:endParaRPr lang="en-US" dirty="0">
              <a:effectLst/>
            </a:endParaRPr>
          </a:p>
        </c:rich>
      </c:tx>
      <c:layout>
        <c:manualLayout>
          <c:xMode val="edge"/>
          <c:yMode val="edge"/>
          <c:x val="0.22274199079620161"/>
          <c:y val="3.01035054913218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Sheet1!$A$103:$A$125</c:f>
              <c:numCache>
                <c:formatCode>General</c:formatCode>
                <c:ptCount val="23"/>
                <c:pt idx="0">
                  <c:v>1</c:v>
                </c:pt>
                <c:pt idx="1">
                  <c:v>3.1622776601683702</c:v>
                </c:pt>
                <c:pt idx="2">
                  <c:v>10</c:v>
                </c:pt>
                <c:pt idx="3">
                  <c:v>31.6227766016837</c:v>
                </c:pt>
                <c:pt idx="4">
                  <c:v>100</c:v>
                </c:pt>
                <c:pt idx="5">
                  <c:v>316.22776601683699</c:v>
                </c:pt>
                <c:pt idx="6">
                  <c:v>1000</c:v>
                </c:pt>
                <c:pt idx="7">
                  <c:v>3162.2776601683699</c:v>
                </c:pt>
                <c:pt idx="8">
                  <c:v>10000</c:v>
                </c:pt>
                <c:pt idx="9">
                  <c:v>31622.776601683701</c:v>
                </c:pt>
                <c:pt idx="10">
                  <c:v>100000</c:v>
                </c:pt>
                <c:pt idx="11">
                  <c:v>316227.76601683698</c:v>
                </c:pt>
                <c:pt idx="12">
                  <c:v>1000000</c:v>
                </c:pt>
                <c:pt idx="13">
                  <c:v>3162277.6601683702</c:v>
                </c:pt>
                <c:pt idx="14">
                  <c:v>10000000</c:v>
                </c:pt>
                <c:pt idx="15" formatCode="0.00E+00">
                  <c:v>31622776.601683699</c:v>
                </c:pt>
                <c:pt idx="16">
                  <c:v>100000000</c:v>
                </c:pt>
                <c:pt idx="17" formatCode="0.00E+00">
                  <c:v>316227766.016837</c:v>
                </c:pt>
                <c:pt idx="18">
                  <c:v>1000000000</c:v>
                </c:pt>
                <c:pt idx="19" formatCode="0.00E+00">
                  <c:v>3162277660.1683698</c:v>
                </c:pt>
                <c:pt idx="20" formatCode="0.00E+00">
                  <c:v>10000000000</c:v>
                </c:pt>
                <c:pt idx="21" formatCode="0.00E+00">
                  <c:v>31622776601.683701</c:v>
                </c:pt>
                <c:pt idx="22" formatCode="0.00E+00">
                  <c:v>100000000000</c:v>
                </c:pt>
              </c:numCache>
            </c:numRef>
          </c:cat>
          <c:val>
            <c:numRef>
              <c:f>Sheet1!$D$103:$D$125</c:f>
              <c:numCache>
                <c:formatCode>General</c:formatCode>
                <c:ptCount val="23"/>
                <c:pt idx="0">
                  <c:v>-5.1123951110057533</c:v>
                </c:pt>
                <c:pt idx="1">
                  <c:v>-5.1087356590433046</c:v>
                </c:pt>
                <c:pt idx="2">
                  <c:v>-5.0695497719570994</c:v>
                </c:pt>
                <c:pt idx="3">
                  <c:v>-4.6374759130412713</c:v>
                </c:pt>
                <c:pt idx="4">
                  <c:v>-1.8201714539900422</c:v>
                </c:pt>
                <c:pt idx="5">
                  <c:v>1.6961895120330155</c:v>
                </c:pt>
                <c:pt idx="6">
                  <c:v>0.89925046788994223</c:v>
                </c:pt>
                <c:pt idx="7">
                  <c:v>0.12598041602177545</c:v>
                </c:pt>
                <c:pt idx="8">
                  <c:v>1.326254999730736E-2</c:v>
                </c:pt>
                <c:pt idx="9">
                  <c:v>1.3106193000567146E-3</c:v>
                </c:pt>
                <c:pt idx="10">
                  <c:v>1.4891779028403107E-4</c:v>
                </c:pt>
                <c:pt idx="11">
                  <c:v>1.8733140223048395E-5</c:v>
                </c:pt>
                <c:pt idx="12">
                  <c:v>1.1794998044933891E-7</c:v>
                </c:pt>
                <c:pt idx="13">
                  <c:v>2.8109599270464969E-7</c:v>
                </c:pt>
                <c:pt idx="14">
                  <c:v>-0.1941979777702727</c:v>
                </c:pt>
                <c:pt idx="15">
                  <c:v>-0.14524263422981676</c:v>
                </c:pt>
                <c:pt idx="16">
                  <c:v>-9.7112137710155366E-2</c:v>
                </c:pt>
                <c:pt idx="17">
                  <c:v>-1.8160499407997577E-2</c:v>
                </c:pt>
                <c:pt idx="18">
                  <c:v>4.3338152940037844E-3</c:v>
                </c:pt>
                <c:pt idx="19">
                  <c:v>9.3956460030142352E-4</c:v>
                </c:pt>
                <c:pt idx="20">
                  <c:v>1.6008139670020682E-4</c:v>
                </c:pt>
                <c:pt idx="21">
                  <c:v>5.2197737999915006E-5</c:v>
                </c:pt>
                <c:pt idx="22">
                  <c:v>5.740542867005427E-6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C9D-442A-B9C7-CF06187AEA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05315151"/>
        <c:axId val="2005313487"/>
      </c:lineChart>
      <c:catAx>
        <c:axId val="200531515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dirty="0">
                    <a:solidFill>
                      <a:sysClr val="windowText" lastClr="000000"/>
                    </a:solidFill>
                  </a:rPr>
                  <a:t>Frequency</a:t>
                </a:r>
              </a:p>
            </c:rich>
          </c:tx>
          <c:layout>
            <c:manualLayout>
              <c:xMode val="edge"/>
              <c:yMode val="edge"/>
              <c:x val="0.42343192124829843"/>
              <c:y val="0.894537385762068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5313487"/>
        <c:crosses val="autoZero"/>
        <c:auto val="1"/>
        <c:lblAlgn val="ctr"/>
        <c:lblOffset val="100"/>
        <c:noMultiLvlLbl val="0"/>
      </c:catAx>
      <c:valAx>
        <c:axId val="20053134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Impedance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53151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baseline="0" dirty="0">
                <a:effectLst/>
              </a:rPr>
              <a:t>Electrode 2 (15%-0%) </a:t>
            </a:r>
            <a:br>
              <a:rPr lang="en-US" sz="1800" b="1" i="0" baseline="0" dirty="0">
                <a:effectLst/>
              </a:rPr>
            </a:br>
            <a:r>
              <a:rPr lang="en-US" sz="1800" b="1" i="0" baseline="0" dirty="0">
                <a:effectLst/>
              </a:rPr>
              <a:t>Real Part</a:t>
            </a:r>
            <a:endParaRPr lang="en-US" sz="1200" dirty="0">
              <a:effectLst/>
            </a:endParaRPr>
          </a:p>
        </c:rich>
      </c:tx>
      <c:layout>
        <c:manualLayout>
          <c:xMode val="edge"/>
          <c:yMode val="edge"/>
          <c:x val="0.21272438194478013"/>
          <c:y val="1.33793357739208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Z22(15%-0%)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Sheet1!$A$103:$A$125</c:f>
              <c:numCache>
                <c:formatCode>General</c:formatCode>
                <c:ptCount val="23"/>
                <c:pt idx="0">
                  <c:v>1</c:v>
                </c:pt>
                <c:pt idx="1">
                  <c:v>3.1622776601683702</c:v>
                </c:pt>
                <c:pt idx="2">
                  <c:v>10</c:v>
                </c:pt>
                <c:pt idx="3">
                  <c:v>31.6227766016837</c:v>
                </c:pt>
                <c:pt idx="4">
                  <c:v>100</c:v>
                </c:pt>
                <c:pt idx="5">
                  <c:v>316.22776601683699</c:v>
                </c:pt>
                <c:pt idx="6">
                  <c:v>1000</c:v>
                </c:pt>
                <c:pt idx="7">
                  <c:v>3162.2776601683699</c:v>
                </c:pt>
                <c:pt idx="8">
                  <c:v>10000</c:v>
                </c:pt>
                <c:pt idx="9">
                  <c:v>31622.776601683701</c:v>
                </c:pt>
                <c:pt idx="10">
                  <c:v>100000</c:v>
                </c:pt>
                <c:pt idx="11">
                  <c:v>316227.76601683698</c:v>
                </c:pt>
                <c:pt idx="12">
                  <c:v>1000000</c:v>
                </c:pt>
                <c:pt idx="13">
                  <c:v>3162277.6601683702</c:v>
                </c:pt>
                <c:pt idx="14">
                  <c:v>10000000</c:v>
                </c:pt>
                <c:pt idx="15" formatCode="0.00E+00">
                  <c:v>31622776.601683699</c:v>
                </c:pt>
                <c:pt idx="16">
                  <c:v>100000000</c:v>
                </c:pt>
                <c:pt idx="17" formatCode="0.00E+00">
                  <c:v>316227766.016837</c:v>
                </c:pt>
                <c:pt idx="18">
                  <c:v>1000000000</c:v>
                </c:pt>
                <c:pt idx="19" formatCode="0.00E+00">
                  <c:v>3162277660.1683698</c:v>
                </c:pt>
                <c:pt idx="20" formatCode="0.00E+00">
                  <c:v>10000000000</c:v>
                </c:pt>
                <c:pt idx="21" formatCode="0.00E+00">
                  <c:v>31622776601.683701</c:v>
                </c:pt>
                <c:pt idx="22" formatCode="0.00E+00">
                  <c:v>100000000000</c:v>
                </c:pt>
              </c:numCache>
            </c:numRef>
          </c:cat>
          <c:val>
            <c:numRef>
              <c:f>Sheet1!$H$103:$H$125</c:f>
              <c:numCache>
                <c:formatCode>General</c:formatCode>
                <c:ptCount val="23"/>
                <c:pt idx="0">
                  <c:v>-3.7485612850869074</c:v>
                </c:pt>
                <c:pt idx="1">
                  <c:v>-3.7458289460046217</c:v>
                </c:pt>
                <c:pt idx="2">
                  <c:v>-3.7165056739468127</c:v>
                </c:pt>
                <c:pt idx="3">
                  <c:v>-3.3940086560323834</c:v>
                </c:pt>
                <c:pt idx="4">
                  <c:v>-1.3155422379495576</c:v>
                </c:pt>
                <c:pt idx="5">
                  <c:v>1.2364129580091685</c:v>
                </c:pt>
                <c:pt idx="6">
                  <c:v>0.65232681098859757</c:v>
                </c:pt>
                <c:pt idx="7">
                  <c:v>9.1238730994518846E-2</c:v>
                </c:pt>
                <c:pt idx="8">
                  <c:v>9.6400590118719265E-3</c:v>
                </c:pt>
                <c:pt idx="9">
                  <c:v>9.4463280038326047E-4</c:v>
                </c:pt>
                <c:pt idx="10">
                  <c:v>1.1157829067087732E-4</c:v>
                </c:pt>
                <c:pt idx="11">
                  <c:v>1.4757999906578334E-5</c:v>
                </c:pt>
                <c:pt idx="12">
                  <c:v>-3.6866606478724862E-7</c:v>
                </c:pt>
                <c:pt idx="13">
                  <c:v>1.8233299670100678E-7</c:v>
                </c:pt>
                <c:pt idx="14">
                  <c:v>-0.12997364028024094</c:v>
                </c:pt>
                <c:pt idx="15">
                  <c:v>-9.5925540200141768E-2</c:v>
                </c:pt>
                <c:pt idx="16">
                  <c:v>-6.4413153889972818E-2</c:v>
                </c:pt>
                <c:pt idx="17">
                  <c:v>-1.2935808143993199E-2</c:v>
                </c:pt>
                <c:pt idx="18">
                  <c:v>2.8182492030026651E-3</c:v>
                </c:pt>
                <c:pt idx="19">
                  <c:v>6.230886029001681E-4</c:v>
                </c:pt>
                <c:pt idx="20">
                  <c:v>1.0060580969906141E-4</c:v>
                </c:pt>
                <c:pt idx="21">
                  <c:v>3.5399469369812309E-5</c:v>
                </c:pt>
                <c:pt idx="22">
                  <c:v>3.9066990789871081E-6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0DA-41B5-AFB5-4B11F3EA93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582383"/>
        <c:axId val="127583215"/>
      </c:lineChart>
      <c:catAx>
        <c:axId val="12758238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dirty="0">
                    <a:solidFill>
                      <a:sysClr val="windowText" lastClr="000000"/>
                    </a:solidFill>
                    <a:latin typeface="+mn-lt"/>
                    <a:cs typeface="Times New Roman" panose="02020603050405020304" pitchFamily="18" charset="0"/>
                  </a:rPr>
                  <a:t>Frequency</a:t>
                </a:r>
                <a:endParaRPr lang="en-US" sz="1400" b="1" dirty="0">
                  <a:solidFill>
                    <a:sysClr val="windowText" lastClr="000000"/>
                  </a:solidFill>
                  <a:latin typeface="+mn-lt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583215"/>
        <c:crosses val="autoZero"/>
        <c:auto val="1"/>
        <c:lblAlgn val="ctr"/>
        <c:lblOffset val="100"/>
        <c:noMultiLvlLbl val="0"/>
      </c:catAx>
      <c:valAx>
        <c:axId val="127583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Impedance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5823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baseline="0" dirty="0">
                <a:effectLst/>
              </a:rPr>
              <a:t>Electrode 3 (15%-0%) </a:t>
            </a:r>
            <a:br>
              <a:rPr lang="en-US" sz="1800" b="1" i="0" baseline="0" dirty="0">
                <a:effectLst/>
              </a:rPr>
            </a:br>
            <a:r>
              <a:rPr lang="en-US" sz="1800" b="1" i="0" baseline="0" dirty="0">
                <a:effectLst/>
              </a:rPr>
              <a:t>Real Part</a:t>
            </a:r>
            <a:endParaRPr lang="en-US" sz="1200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Z33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Sheet1!$A$103:$A$125</c:f>
              <c:numCache>
                <c:formatCode>General</c:formatCode>
                <c:ptCount val="23"/>
                <c:pt idx="0">
                  <c:v>1</c:v>
                </c:pt>
                <c:pt idx="1">
                  <c:v>3.1622776601683702</c:v>
                </c:pt>
                <c:pt idx="2">
                  <c:v>10</c:v>
                </c:pt>
                <c:pt idx="3">
                  <c:v>31.6227766016837</c:v>
                </c:pt>
                <c:pt idx="4">
                  <c:v>100</c:v>
                </c:pt>
                <c:pt idx="5">
                  <c:v>316.22776601683699</c:v>
                </c:pt>
                <c:pt idx="6">
                  <c:v>1000</c:v>
                </c:pt>
                <c:pt idx="7">
                  <c:v>3162.2776601683699</c:v>
                </c:pt>
                <c:pt idx="8">
                  <c:v>10000</c:v>
                </c:pt>
                <c:pt idx="9">
                  <c:v>31622.776601683701</c:v>
                </c:pt>
                <c:pt idx="10">
                  <c:v>100000</c:v>
                </c:pt>
                <c:pt idx="11">
                  <c:v>316227.76601683698</c:v>
                </c:pt>
                <c:pt idx="12">
                  <c:v>1000000</c:v>
                </c:pt>
                <c:pt idx="13">
                  <c:v>3162277.6601683702</c:v>
                </c:pt>
                <c:pt idx="14">
                  <c:v>10000000</c:v>
                </c:pt>
                <c:pt idx="15" formatCode="0.00E+00">
                  <c:v>31622776.601683699</c:v>
                </c:pt>
                <c:pt idx="16">
                  <c:v>100000000</c:v>
                </c:pt>
                <c:pt idx="17" formatCode="0.00E+00">
                  <c:v>316227766.016837</c:v>
                </c:pt>
                <c:pt idx="18">
                  <c:v>1000000000</c:v>
                </c:pt>
                <c:pt idx="19" formatCode="0.00E+00">
                  <c:v>3162277660.1683698</c:v>
                </c:pt>
                <c:pt idx="20" formatCode="0.00E+00">
                  <c:v>10000000000</c:v>
                </c:pt>
                <c:pt idx="21" formatCode="0.00E+00">
                  <c:v>31622776601.683701</c:v>
                </c:pt>
                <c:pt idx="22" formatCode="0.00E+00">
                  <c:v>100000000000</c:v>
                </c:pt>
              </c:numCache>
            </c:numRef>
          </c:cat>
          <c:val>
            <c:numRef>
              <c:f>Sheet1!$L$103:$L$125</c:f>
              <c:numCache>
                <c:formatCode>General</c:formatCode>
                <c:ptCount val="23"/>
                <c:pt idx="0">
                  <c:v>-3.7493688330287114</c:v>
                </c:pt>
                <c:pt idx="1">
                  <c:v>-3.7466276460327208</c:v>
                </c:pt>
                <c:pt idx="2">
                  <c:v>-3.7172329990426078</c:v>
                </c:pt>
                <c:pt idx="3">
                  <c:v>-3.3944784719496965</c:v>
                </c:pt>
                <c:pt idx="4">
                  <c:v>-1.3155918169068173</c:v>
                </c:pt>
                <c:pt idx="5">
                  <c:v>1.2365192829165608</c:v>
                </c:pt>
                <c:pt idx="6">
                  <c:v>0.65237255697138608</c:v>
                </c:pt>
                <c:pt idx="7">
                  <c:v>9.1245088959112763E-2</c:v>
                </c:pt>
                <c:pt idx="8">
                  <c:v>9.6407240052940324E-3</c:v>
                </c:pt>
                <c:pt idx="9">
                  <c:v>9.4470000112778507E-4</c:v>
                </c:pt>
                <c:pt idx="10">
                  <c:v>1.1158522011101013E-4</c:v>
                </c:pt>
                <c:pt idx="11">
                  <c:v>1.475885983381886E-5</c:v>
                </c:pt>
                <c:pt idx="12">
                  <c:v>-3.6856010865449207E-7</c:v>
                </c:pt>
                <c:pt idx="13">
                  <c:v>1.8234203480460565E-7</c:v>
                </c:pt>
                <c:pt idx="14">
                  <c:v>-0.13001115600991398</c:v>
                </c:pt>
                <c:pt idx="15">
                  <c:v>-9.5950304250209228E-2</c:v>
                </c:pt>
                <c:pt idx="16">
                  <c:v>-6.4425742689991239E-2</c:v>
                </c:pt>
                <c:pt idx="17">
                  <c:v>-1.2936987847012915E-2</c:v>
                </c:pt>
                <c:pt idx="18">
                  <c:v>2.8187148029985565E-3</c:v>
                </c:pt>
                <c:pt idx="19">
                  <c:v>6.2315064259976793E-4</c:v>
                </c:pt>
                <c:pt idx="20">
                  <c:v>1.0060718009974323E-4</c:v>
                </c:pt>
                <c:pt idx="21">
                  <c:v>3.5404669500138652E-5</c:v>
                </c:pt>
                <c:pt idx="22">
                  <c:v>3.9072963559927398E-6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BB-4DB2-8224-DB215E1F78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938511"/>
        <c:axId val="32939759"/>
      </c:lineChart>
      <c:catAx>
        <c:axId val="329385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dirty="0">
                    <a:solidFill>
                      <a:sysClr val="windowText" lastClr="000000"/>
                    </a:solidFill>
                    <a:latin typeface="+mn-lt"/>
                    <a:cs typeface="Times New Roman" panose="02020603050405020304" pitchFamily="18" charset="0"/>
                  </a:rPr>
                  <a:t>Frequency</a:t>
                </a:r>
              </a:p>
            </c:rich>
          </c:tx>
          <c:layout>
            <c:manualLayout>
              <c:xMode val="edge"/>
              <c:yMode val="edge"/>
              <c:x val="0.46764155494349458"/>
              <c:y val="0.9224728383623117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939759"/>
        <c:crosses val="autoZero"/>
        <c:auto val="1"/>
        <c:lblAlgn val="ctr"/>
        <c:lblOffset val="100"/>
        <c:noMultiLvlLbl val="0"/>
      </c:catAx>
      <c:valAx>
        <c:axId val="329397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Impedance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9385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baseline="0" dirty="0">
                <a:solidFill>
                  <a:sysClr val="windowText" lastClr="000000"/>
                </a:solidFill>
                <a:effectLst/>
                <a:latin typeface="+mn-lt"/>
                <a:cs typeface="Times New Roman" panose="02020603050405020304" pitchFamily="18" charset="0"/>
              </a:rPr>
              <a:t>Electrode </a:t>
            </a:r>
            <a:r>
              <a:rPr lang="en-US" sz="1800" b="1" dirty="0">
                <a:solidFill>
                  <a:sysClr val="windowText" lastClr="000000"/>
                </a:solidFill>
                <a:latin typeface="+mn-lt"/>
                <a:cs typeface="Times New Roman" panose="02020603050405020304" pitchFamily="18" charset="0"/>
              </a:rPr>
              <a:t>1 -El</a:t>
            </a:r>
            <a:r>
              <a:rPr lang="en-US" sz="1800" b="1" i="0" u="none" strike="noStrike" baseline="0" dirty="0">
                <a:solidFill>
                  <a:sysClr val="windowText" lastClr="000000"/>
                </a:solidFill>
                <a:effectLst/>
                <a:latin typeface="+mn-lt"/>
                <a:cs typeface="Times New Roman" panose="02020603050405020304" pitchFamily="18" charset="0"/>
              </a:rPr>
              <a:t>ectrode </a:t>
            </a:r>
            <a:r>
              <a:rPr lang="en-US" sz="1800" b="1" dirty="0">
                <a:solidFill>
                  <a:sysClr val="windowText" lastClr="000000"/>
                </a:solidFill>
                <a:latin typeface="+mn-lt"/>
                <a:cs typeface="Times New Roman" panose="02020603050405020304" pitchFamily="18" charset="0"/>
              </a:rPr>
              <a:t>2 (15%-0%)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308641264448889"/>
          <c:y val="0.14105545317473617"/>
          <c:w val="0.85483155556195334"/>
          <c:h val="0.76604328714229875"/>
        </c:manualLayout>
      </c:layout>
      <c:lineChart>
        <c:grouping val="standard"/>
        <c:varyColors val="0"/>
        <c:ser>
          <c:idx val="1"/>
          <c:order val="0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Sheet1!$A$235:$A$257</c:f>
              <c:numCache>
                <c:formatCode>General</c:formatCode>
                <c:ptCount val="23"/>
                <c:pt idx="0">
                  <c:v>1</c:v>
                </c:pt>
                <c:pt idx="1">
                  <c:v>3.1622776601683702</c:v>
                </c:pt>
                <c:pt idx="2">
                  <c:v>10</c:v>
                </c:pt>
                <c:pt idx="3">
                  <c:v>31.6227766016837</c:v>
                </c:pt>
                <c:pt idx="4">
                  <c:v>100</c:v>
                </c:pt>
                <c:pt idx="5">
                  <c:v>316.22776601683699</c:v>
                </c:pt>
                <c:pt idx="6">
                  <c:v>1000</c:v>
                </c:pt>
                <c:pt idx="7">
                  <c:v>3162.2776601683699</c:v>
                </c:pt>
                <c:pt idx="8">
                  <c:v>10000</c:v>
                </c:pt>
                <c:pt idx="9">
                  <c:v>31622.776601683701</c:v>
                </c:pt>
                <c:pt idx="10">
                  <c:v>100000</c:v>
                </c:pt>
                <c:pt idx="11">
                  <c:v>316227.76601683698</c:v>
                </c:pt>
                <c:pt idx="12">
                  <c:v>1000000</c:v>
                </c:pt>
                <c:pt idx="13">
                  <c:v>3162277.6601683702</c:v>
                </c:pt>
                <c:pt idx="14">
                  <c:v>10000000</c:v>
                </c:pt>
                <c:pt idx="15" formatCode="0.00E+00">
                  <c:v>31622776.601683699</c:v>
                </c:pt>
                <c:pt idx="16">
                  <c:v>100000000</c:v>
                </c:pt>
                <c:pt idx="17" formatCode="0.00E+00">
                  <c:v>316227766.016837</c:v>
                </c:pt>
                <c:pt idx="18">
                  <c:v>1000000000</c:v>
                </c:pt>
                <c:pt idx="19" formatCode="0.00E+00">
                  <c:v>3162277660.1683698</c:v>
                </c:pt>
                <c:pt idx="20" formatCode="0.00E+00">
                  <c:v>10000000000</c:v>
                </c:pt>
                <c:pt idx="21" formatCode="0.00E+00">
                  <c:v>31622776601.683701</c:v>
                </c:pt>
                <c:pt idx="22" formatCode="0.00E+00">
                  <c:v>100000000000</c:v>
                </c:pt>
              </c:numCache>
            </c:numRef>
          </c:cat>
          <c:val>
            <c:numRef>
              <c:f>Sheet1!$J$235:$J$257</c:f>
              <c:numCache>
                <c:formatCode>General</c:formatCode>
                <c:ptCount val="23"/>
                <c:pt idx="0">
                  <c:v>1.6105669770240638E-2</c:v>
                </c:pt>
                <c:pt idx="1">
                  <c:v>5.0952812180184992E-2</c:v>
                </c:pt>
                <c:pt idx="2">
                  <c:v>0.16147402984825021</c:v>
                </c:pt>
                <c:pt idx="3">
                  <c:v>0.49377479200120433</c:v>
                </c:pt>
                <c:pt idx="4">
                  <c:v>0.99945055519856396</c:v>
                </c:pt>
                <c:pt idx="5">
                  <c:v>0.42646454459463712</c:v>
                </c:pt>
                <c:pt idx="6">
                  <c:v>-0.1495763499988243</c:v>
                </c:pt>
                <c:pt idx="7">
                  <c:v>-9.5740613993257284E-2</c:v>
                </c:pt>
                <c:pt idx="8">
                  <c:v>-3.2467182987602428E-2</c:v>
                </c:pt>
                <c:pt idx="9">
                  <c:v>-1.0361081498558633E-2</c:v>
                </c:pt>
                <c:pt idx="10">
                  <c:v>-3.3014000982802827E-3</c:v>
                </c:pt>
                <c:pt idx="11">
                  <c:v>-1.0673814695110195E-3</c:v>
                </c:pt>
                <c:pt idx="12">
                  <c:v>-3.6318118009148748E-4</c:v>
                </c:pt>
                <c:pt idx="13">
                  <c:v>-1.5116400606984826E-4</c:v>
                </c:pt>
                <c:pt idx="14">
                  <c:v>2.9485823660024835E-2</c:v>
                </c:pt>
                <c:pt idx="15">
                  <c:v>2.4297286009868913E-2</c:v>
                </c:pt>
                <c:pt idx="16">
                  <c:v>2.695898650995332E-2</c:v>
                </c:pt>
                <c:pt idx="17">
                  <c:v>2.2289461203058636E-2</c:v>
                </c:pt>
                <c:pt idx="18">
                  <c:v>5.3696394230087208E-3</c:v>
                </c:pt>
                <c:pt idx="19">
                  <c:v>1.2258552639963227E-3</c:v>
                </c:pt>
                <c:pt idx="20">
                  <c:v>3.4173758800193355E-4</c:v>
                </c:pt>
                <c:pt idx="21">
                  <c:v>6.9173174299663742E-5</c:v>
                </c:pt>
                <c:pt idx="22">
                  <c:v>1.9905855469737332E-5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EA-4BCF-A8CE-69301B12EB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996367"/>
        <c:axId val="22994287"/>
      </c:lineChart>
      <c:catAx>
        <c:axId val="2299636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b="1" dirty="0">
                    <a:solidFill>
                      <a:sysClr val="windowText" lastClr="000000"/>
                    </a:solidFill>
                    <a:latin typeface="+mn-lt"/>
                    <a:cs typeface="Times New Roman" panose="02020603050405020304" pitchFamily="18" charset="0"/>
                  </a:rPr>
                  <a:t>Frequency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994287"/>
        <c:crosses val="autoZero"/>
        <c:auto val="1"/>
        <c:lblAlgn val="ctr"/>
        <c:lblOffset val="100"/>
        <c:noMultiLvlLbl val="0"/>
      </c:catAx>
      <c:valAx>
        <c:axId val="22994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Impedance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9963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INPUT!$A$4:$A$29</c:f>
              <c:numCache>
                <c:formatCode>General</c:formatCode>
                <c:ptCount val="26"/>
                <c:pt idx="0">
                  <c:v>0</c:v>
                </c:pt>
                <c:pt idx="1">
                  <c:v>8.0000009999999996E-3</c:v>
                </c:pt>
                <c:pt idx="2">
                  <c:v>1.2000001E-2</c:v>
                </c:pt>
                <c:pt idx="3">
                  <c:v>1.8000002000000001E-2</c:v>
                </c:pt>
                <c:pt idx="4">
                  <c:v>2.2000002000000001E-2</c:v>
                </c:pt>
                <c:pt idx="5">
                  <c:v>2.8000000000000001E-2</c:v>
                </c:pt>
                <c:pt idx="6">
                  <c:v>3.2000000000000001E-2</c:v>
                </c:pt>
                <c:pt idx="7">
                  <c:v>3.8000002999999997E-2</c:v>
                </c:pt>
                <c:pt idx="8">
                  <c:v>4.2000003000000001E-2</c:v>
                </c:pt>
                <c:pt idx="9">
                  <c:v>4.8000002999999999E-2</c:v>
                </c:pt>
                <c:pt idx="10">
                  <c:v>5.1999999999999998E-2</c:v>
                </c:pt>
                <c:pt idx="11">
                  <c:v>5.8000000000000003E-2</c:v>
                </c:pt>
                <c:pt idx="12">
                  <c:v>6.2E-2</c:v>
                </c:pt>
                <c:pt idx="13">
                  <c:v>6.8000006000000002E-2</c:v>
                </c:pt>
                <c:pt idx="14">
                  <c:v>7.2000006000000005E-2</c:v>
                </c:pt>
                <c:pt idx="15">
                  <c:v>7.8E-2</c:v>
                </c:pt>
                <c:pt idx="16">
                  <c:v>8.2000000000000003E-2</c:v>
                </c:pt>
                <c:pt idx="17">
                  <c:v>8.8000006000000006E-2</c:v>
                </c:pt>
                <c:pt idx="18">
                  <c:v>9.2000005999999995E-2</c:v>
                </c:pt>
                <c:pt idx="19">
                  <c:v>9.8000006000000001E-2</c:v>
                </c:pt>
                <c:pt idx="20">
                  <c:v>0.102000006</c:v>
                </c:pt>
                <c:pt idx="21">
                  <c:v>0.108</c:v>
                </c:pt>
                <c:pt idx="22">
                  <c:v>0.112</c:v>
                </c:pt>
                <c:pt idx="23">
                  <c:v>0.118000013</c:v>
                </c:pt>
                <c:pt idx="24">
                  <c:v>0.122000013</c:v>
                </c:pt>
                <c:pt idx="25">
                  <c:v>0.128000008</c:v>
                </c:pt>
              </c:numCache>
            </c:numRef>
          </c:xVal>
          <c:yVal>
            <c:numRef>
              <c:f>INPUT!$B$4:$B$29</c:f>
              <c:numCache>
                <c:formatCode>General</c:formatCode>
                <c:ptCount val="26"/>
                <c:pt idx="0">
                  <c:v>-4.32</c:v>
                </c:pt>
                <c:pt idx="1">
                  <c:v>4.4800000000000004</c:v>
                </c:pt>
                <c:pt idx="2">
                  <c:v>-4.32</c:v>
                </c:pt>
                <c:pt idx="3">
                  <c:v>4.5599999999999996</c:v>
                </c:pt>
                <c:pt idx="4">
                  <c:v>-4.32</c:v>
                </c:pt>
                <c:pt idx="5">
                  <c:v>4.5599999999999996</c:v>
                </c:pt>
                <c:pt idx="6">
                  <c:v>-4.32</c:v>
                </c:pt>
                <c:pt idx="7">
                  <c:v>4.5599999999999996</c:v>
                </c:pt>
                <c:pt idx="8">
                  <c:v>-4.32</c:v>
                </c:pt>
                <c:pt idx="9">
                  <c:v>4.4800000000000004</c:v>
                </c:pt>
                <c:pt idx="10">
                  <c:v>-4.32</c:v>
                </c:pt>
                <c:pt idx="11">
                  <c:v>4.4800000000000004</c:v>
                </c:pt>
                <c:pt idx="12">
                  <c:v>-4.32</c:v>
                </c:pt>
                <c:pt idx="13">
                  <c:v>4.5599999999999996</c:v>
                </c:pt>
                <c:pt idx="14">
                  <c:v>-4.24</c:v>
                </c:pt>
                <c:pt idx="15">
                  <c:v>4.5599999999999996</c:v>
                </c:pt>
                <c:pt idx="16">
                  <c:v>-4.32</c:v>
                </c:pt>
                <c:pt idx="17">
                  <c:v>4.4800000000000004</c:v>
                </c:pt>
                <c:pt idx="18">
                  <c:v>-4.24</c:v>
                </c:pt>
                <c:pt idx="19">
                  <c:v>4.5599999999999996</c:v>
                </c:pt>
                <c:pt idx="20">
                  <c:v>-4.32</c:v>
                </c:pt>
                <c:pt idx="21">
                  <c:v>4.4800000000000004</c:v>
                </c:pt>
                <c:pt idx="22">
                  <c:v>-4.32</c:v>
                </c:pt>
                <c:pt idx="23">
                  <c:v>4.4800000000000004</c:v>
                </c:pt>
                <c:pt idx="24">
                  <c:v>-4.24</c:v>
                </c:pt>
                <c:pt idx="25">
                  <c:v>4.4800000000000004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9EF-4616-832E-6DC78F56A8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30168559"/>
        <c:axId val="1730148175"/>
      </c:scatterChart>
      <c:valAx>
        <c:axId val="17301685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0148175"/>
        <c:crosses val="autoZero"/>
        <c:crossBetween val="midCat"/>
      </c:valAx>
      <c:valAx>
        <c:axId val="1730148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016855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4080410687639"/>
          <c:y val="2.1913386910210875E-2"/>
          <c:w val="0.8475110039135455"/>
          <c:h val="0.90553195606704417"/>
        </c:manualLayout>
      </c:layout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'TOP BOTTOM'!$A$3:$A$29</c:f>
              <c:numCache>
                <c:formatCode>General</c:formatCode>
                <c:ptCount val="27"/>
                <c:pt idx="0">
                  <c:v>0</c:v>
                </c:pt>
                <c:pt idx="1">
                  <c:v>6.0000009999999996E-3</c:v>
                </c:pt>
                <c:pt idx="2">
                  <c:v>1.0000001E-2</c:v>
                </c:pt>
                <c:pt idx="3">
                  <c:v>1.6E-2</c:v>
                </c:pt>
                <c:pt idx="4">
                  <c:v>2.2000002000000001E-2</c:v>
                </c:pt>
                <c:pt idx="5">
                  <c:v>2.5999999999999999E-2</c:v>
                </c:pt>
                <c:pt idx="6">
                  <c:v>3.2000000000000001E-2</c:v>
                </c:pt>
                <c:pt idx="7">
                  <c:v>3.6000003000000003E-2</c:v>
                </c:pt>
                <c:pt idx="8">
                  <c:v>4.2000003000000001E-2</c:v>
                </c:pt>
                <c:pt idx="9">
                  <c:v>4.6000002999999998E-2</c:v>
                </c:pt>
                <c:pt idx="10">
                  <c:v>0.05</c:v>
                </c:pt>
                <c:pt idx="11">
                  <c:v>5.6000000000000001E-2</c:v>
                </c:pt>
                <c:pt idx="12">
                  <c:v>6.2E-2</c:v>
                </c:pt>
                <c:pt idx="13">
                  <c:v>6.6000000000000003E-2</c:v>
                </c:pt>
                <c:pt idx="14">
                  <c:v>7.0000000000000007E-2</c:v>
                </c:pt>
                <c:pt idx="15">
                  <c:v>7.6000005999999995E-2</c:v>
                </c:pt>
                <c:pt idx="16">
                  <c:v>8.0000005999999999E-2</c:v>
                </c:pt>
                <c:pt idx="17">
                  <c:v>8.5999999999999993E-2</c:v>
                </c:pt>
                <c:pt idx="18">
                  <c:v>9.0000005999999994E-2</c:v>
                </c:pt>
                <c:pt idx="19">
                  <c:v>9.6000005999999999E-2</c:v>
                </c:pt>
                <c:pt idx="20">
                  <c:v>0.102000006</c:v>
                </c:pt>
                <c:pt idx="21">
                  <c:v>0.106</c:v>
                </c:pt>
                <c:pt idx="22">
                  <c:v>0.11000001299999999</c:v>
                </c:pt>
                <c:pt idx="23">
                  <c:v>0.11600000000000001</c:v>
                </c:pt>
                <c:pt idx="24">
                  <c:v>0.12</c:v>
                </c:pt>
                <c:pt idx="25">
                  <c:v>0.126</c:v>
                </c:pt>
                <c:pt idx="26">
                  <c:v>0.130000008</c:v>
                </c:pt>
              </c:numCache>
            </c:numRef>
          </c:xVal>
          <c:yVal>
            <c:numRef>
              <c:f>'TOP BOTTOM'!$B$3:$B$29</c:f>
              <c:numCache>
                <c:formatCode>General</c:formatCode>
                <c:ptCount val="27"/>
                <c:pt idx="0">
                  <c:v>0.4</c:v>
                </c:pt>
                <c:pt idx="1">
                  <c:v>-0.08</c:v>
                </c:pt>
                <c:pt idx="2">
                  <c:v>0.4</c:v>
                </c:pt>
                <c:pt idx="3">
                  <c:v>-0.24</c:v>
                </c:pt>
                <c:pt idx="4">
                  <c:v>0.32</c:v>
                </c:pt>
                <c:pt idx="5">
                  <c:v>-0.08</c:v>
                </c:pt>
                <c:pt idx="6">
                  <c:v>0.4</c:v>
                </c:pt>
                <c:pt idx="7">
                  <c:v>-0.24</c:v>
                </c:pt>
                <c:pt idx="8">
                  <c:v>0.4</c:v>
                </c:pt>
                <c:pt idx="9">
                  <c:v>-0.08</c:v>
                </c:pt>
                <c:pt idx="10">
                  <c:v>0.4</c:v>
                </c:pt>
                <c:pt idx="11">
                  <c:v>-0.16</c:v>
                </c:pt>
                <c:pt idx="12">
                  <c:v>0.32</c:v>
                </c:pt>
                <c:pt idx="13">
                  <c:v>-0.08</c:v>
                </c:pt>
                <c:pt idx="14">
                  <c:v>0.4</c:v>
                </c:pt>
                <c:pt idx="15">
                  <c:v>-0.16</c:v>
                </c:pt>
                <c:pt idx="16">
                  <c:v>0.4</c:v>
                </c:pt>
                <c:pt idx="17">
                  <c:v>-0.08</c:v>
                </c:pt>
                <c:pt idx="18">
                  <c:v>0.4</c:v>
                </c:pt>
                <c:pt idx="19">
                  <c:v>-0.24</c:v>
                </c:pt>
                <c:pt idx="20">
                  <c:v>0.32</c:v>
                </c:pt>
                <c:pt idx="21">
                  <c:v>-0.08</c:v>
                </c:pt>
                <c:pt idx="22">
                  <c:v>0.4</c:v>
                </c:pt>
                <c:pt idx="23">
                  <c:v>-0.16</c:v>
                </c:pt>
                <c:pt idx="24">
                  <c:v>0.4</c:v>
                </c:pt>
                <c:pt idx="25">
                  <c:v>-0.08</c:v>
                </c:pt>
                <c:pt idx="26">
                  <c:v>0.4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A6B-422C-ACE8-BD9EFCC180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27364239"/>
        <c:axId val="1727363823"/>
      </c:scatterChart>
      <c:valAx>
        <c:axId val="17273642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 dirty="0"/>
                  <a:t>Time</a:t>
                </a:r>
                <a:endParaRPr lang="en-US" sz="1200" b="1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363823"/>
        <c:crosses val="autoZero"/>
        <c:crossBetween val="midCat"/>
      </c:valAx>
      <c:valAx>
        <c:axId val="1727363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 dirty="0"/>
                  <a:t>Voltage</a:t>
                </a:r>
              </a:p>
            </c:rich>
          </c:tx>
          <c:layout>
            <c:manualLayout>
              <c:xMode val="edge"/>
              <c:yMode val="edge"/>
              <c:x val="2.3837902264600714E-3"/>
              <c:y val="0.4100886713868436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36423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9547982464066181E-2"/>
          <c:y val="4.2910242032808979E-2"/>
          <c:w val="0.8631761800736153"/>
          <c:h val="0.8790711360893565"/>
        </c:manualLayout>
      </c:layout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'SIDE BOTTOM'!$A$2:$A$29</c:f>
              <c:strCache>
                <c:ptCount val="28"/>
                <c:pt idx="0">
                  <c:v>Second</c:v>
                </c:pt>
                <c:pt idx="1">
                  <c:v>0</c:v>
                </c:pt>
                <c:pt idx="2">
                  <c:v>0.004</c:v>
                </c:pt>
                <c:pt idx="3">
                  <c:v>0.014</c:v>
                </c:pt>
                <c:pt idx="4">
                  <c:v>0.024000002</c:v>
                </c:pt>
                <c:pt idx="5">
                  <c:v>0.034000003</c:v>
                </c:pt>
                <c:pt idx="6">
                  <c:v>0.046000003</c:v>
                </c:pt>
                <c:pt idx="7">
                  <c:v>0.054</c:v>
                </c:pt>
                <c:pt idx="8">
                  <c:v>0.064</c:v>
                </c:pt>
                <c:pt idx="9">
                  <c:v>0.068000006</c:v>
                </c:pt>
                <c:pt idx="10">
                  <c:v>0.07</c:v>
                </c:pt>
                <c:pt idx="11">
                  <c:v>0.074</c:v>
                </c:pt>
                <c:pt idx="12">
                  <c:v>0.084000006</c:v>
                </c:pt>
                <c:pt idx="13">
                  <c:v>0.094000006</c:v>
                </c:pt>
                <c:pt idx="14">
                  <c:v>0.102000006</c:v>
                </c:pt>
                <c:pt idx="15">
                  <c:v>0.114000013</c:v>
                </c:pt>
                <c:pt idx="16">
                  <c:v>0.126</c:v>
                </c:pt>
                <c:pt idx="17">
                  <c:v>0.136</c:v>
                </c:pt>
                <c:pt idx="18">
                  <c:v>0.144000016</c:v>
                </c:pt>
                <c:pt idx="19">
                  <c:v>0.154000016</c:v>
                </c:pt>
                <c:pt idx="20">
                  <c:v>0.162</c:v>
                </c:pt>
                <c:pt idx="21">
                  <c:v>0.174000016</c:v>
                </c:pt>
                <c:pt idx="22">
                  <c:v>0.184000016</c:v>
                </c:pt>
                <c:pt idx="23">
                  <c:v>0.194</c:v>
                </c:pt>
                <c:pt idx="24">
                  <c:v>0.198000016</c:v>
                </c:pt>
                <c:pt idx="25">
                  <c:v>0.204000016</c:v>
                </c:pt>
                <c:pt idx="26">
                  <c:v>0.214000016</c:v>
                </c:pt>
                <c:pt idx="27">
                  <c:v>0.224</c:v>
                </c:pt>
              </c:strCache>
            </c:strRef>
          </c:xVal>
          <c:yVal>
            <c:numRef>
              <c:f>'SIDE BOTTOM'!$B$3:$B$29</c:f>
              <c:numCache>
                <c:formatCode>General</c:formatCode>
                <c:ptCount val="27"/>
                <c:pt idx="0">
                  <c:v>0</c:v>
                </c:pt>
                <c:pt idx="1">
                  <c:v>3.2000000000000001E-2</c:v>
                </c:pt>
                <c:pt idx="2">
                  <c:v>-1.2E-2</c:v>
                </c:pt>
                <c:pt idx="3">
                  <c:v>3.5999999999999997E-2</c:v>
                </c:pt>
                <c:pt idx="4">
                  <c:v>-2.8000000000000001E-2</c:v>
                </c:pt>
                <c:pt idx="5">
                  <c:v>4.8000000000000001E-2</c:v>
                </c:pt>
                <c:pt idx="6">
                  <c:v>-1.6E-2</c:v>
                </c:pt>
                <c:pt idx="7">
                  <c:v>3.5999999999999997E-2</c:v>
                </c:pt>
                <c:pt idx="8">
                  <c:v>-3.2000000000000001E-2</c:v>
                </c:pt>
                <c:pt idx="9">
                  <c:v>8.0000000000000002E-3</c:v>
                </c:pt>
                <c:pt idx="10">
                  <c:v>-1.6E-2</c:v>
                </c:pt>
                <c:pt idx="11">
                  <c:v>3.5999999999999997E-2</c:v>
                </c:pt>
                <c:pt idx="12">
                  <c:v>-1.2E-2</c:v>
                </c:pt>
                <c:pt idx="13">
                  <c:v>2.8000000000000001E-2</c:v>
                </c:pt>
                <c:pt idx="14">
                  <c:v>-0.02</c:v>
                </c:pt>
                <c:pt idx="15">
                  <c:v>0.16400000000000001</c:v>
                </c:pt>
                <c:pt idx="16">
                  <c:v>-8.0000000000000002E-3</c:v>
                </c:pt>
                <c:pt idx="17">
                  <c:v>3.5999999999999997E-2</c:v>
                </c:pt>
                <c:pt idx="18">
                  <c:v>-1.6E-2</c:v>
                </c:pt>
                <c:pt idx="19">
                  <c:v>3.2000000000000001E-2</c:v>
                </c:pt>
                <c:pt idx="20">
                  <c:v>-1.2E-2</c:v>
                </c:pt>
                <c:pt idx="21">
                  <c:v>0.04</c:v>
                </c:pt>
                <c:pt idx="22">
                  <c:v>-0.02</c:v>
                </c:pt>
                <c:pt idx="23">
                  <c:v>0</c:v>
                </c:pt>
                <c:pt idx="24">
                  <c:v>2.8000000000000001E-2</c:v>
                </c:pt>
                <c:pt idx="25">
                  <c:v>-1.6E-2</c:v>
                </c:pt>
                <c:pt idx="26">
                  <c:v>3.2000000000000001E-2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939-4368-9356-688C864474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30146095"/>
        <c:axId val="1730157327"/>
      </c:scatterChart>
      <c:valAx>
        <c:axId val="173014609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 i="0" baseline="0" dirty="0">
                    <a:effectLst/>
                  </a:rPr>
                  <a:t>Time</a:t>
                </a:r>
                <a:endParaRPr lang="en-US" sz="800" dirty="0"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0157327"/>
        <c:crosses val="autoZero"/>
        <c:crossBetween val="midCat"/>
      </c:valAx>
      <c:valAx>
        <c:axId val="17301573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 dirty="0"/>
                  <a:t>voltage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014609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'TOP BOTTOM'!$A$4:$A$29</c:f>
              <c:numCache>
                <c:formatCode>General</c:formatCode>
                <c:ptCount val="26"/>
                <c:pt idx="0">
                  <c:v>0</c:v>
                </c:pt>
                <c:pt idx="1">
                  <c:v>2E-3</c:v>
                </c:pt>
                <c:pt idx="2">
                  <c:v>1.0000001E-2</c:v>
                </c:pt>
                <c:pt idx="3">
                  <c:v>2.0000001999999999E-2</c:v>
                </c:pt>
                <c:pt idx="4">
                  <c:v>0.03</c:v>
                </c:pt>
                <c:pt idx="5">
                  <c:v>4.0000002999999999E-2</c:v>
                </c:pt>
                <c:pt idx="6">
                  <c:v>5.3999999999999999E-2</c:v>
                </c:pt>
                <c:pt idx="7">
                  <c:v>0.06</c:v>
                </c:pt>
                <c:pt idx="8">
                  <c:v>7.0000000000000007E-2</c:v>
                </c:pt>
                <c:pt idx="9">
                  <c:v>8.0000005999999999E-2</c:v>
                </c:pt>
                <c:pt idx="10">
                  <c:v>9.0000005999999994E-2</c:v>
                </c:pt>
                <c:pt idx="11">
                  <c:v>0.1</c:v>
                </c:pt>
                <c:pt idx="12">
                  <c:v>0.112</c:v>
                </c:pt>
                <c:pt idx="13">
                  <c:v>0.122000013</c:v>
                </c:pt>
                <c:pt idx="14">
                  <c:v>0.130000008</c:v>
                </c:pt>
                <c:pt idx="15">
                  <c:v>0.14000000000000001</c:v>
                </c:pt>
                <c:pt idx="16">
                  <c:v>0.15</c:v>
                </c:pt>
                <c:pt idx="17">
                  <c:v>0.16000001599999999</c:v>
                </c:pt>
                <c:pt idx="18">
                  <c:v>0.17199999999999999</c:v>
                </c:pt>
                <c:pt idx="19">
                  <c:v>0.18</c:v>
                </c:pt>
                <c:pt idx="20">
                  <c:v>0.192000016</c:v>
                </c:pt>
                <c:pt idx="21">
                  <c:v>0.2</c:v>
                </c:pt>
                <c:pt idx="22">
                  <c:v>0.21000001600000001</c:v>
                </c:pt>
                <c:pt idx="23">
                  <c:v>0.22000001599999999</c:v>
                </c:pt>
                <c:pt idx="24">
                  <c:v>0.23</c:v>
                </c:pt>
                <c:pt idx="25">
                  <c:v>0.24000001600000001</c:v>
                </c:pt>
              </c:numCache>
            </c:numRef>
          </c:xVal>
          <c:yVal>
            <c:numRef>
              <c:f>'TOP BOTTOM'!$B$4:$B$29</c:f>
              <c:numCache>
                <c:formatCode>General</c:formatCode>
                <c:ptCount val="26"/>
                <c:pt idx="0">
                  <c:v>0.08</c:v>
                </c:pt>
                <c:pt idx="1">
                  <c:v>6.4000000000000001E-2</c:v>
                </c:pt>
                <c:pt idx="2">
                  <c:v>-4.3999999999999997E-2</c:v>
                </c:pt>
                <c:pt idx="3">
                  <c:v>6.4000000000000001E-2</c:v>
                </c:pt>
                <c:pt idx="4">
                  <c:v>-5.1999999999999998E-2</c:v>
                </c:pt>
                <c:pt idx="5">
                  <c:v>6.8000000000000005E-2</c:v>
                </c:pt>
                <c:pt idx="6">
                  <c:v>-0.104</c:v>
                </c:pt>
                <c:pt idx="7">
                  <c:v>6.4000000000000001E-2</c:v>
                </c:pt>
                <c:pt idx="8">
                  <c:v>-4.8000000000000001E-2</c:v>
                </c:pt>
                <c:pt idx="9">
                  <c:v>7.1999999999999995E-2</c:v>
                </c:pt>
                <c:pt idx="10">
                  <c:v>-5.6000000000000001E-2</c:v>
                </c:pt>
                <c:pt idx="11">
                  <c:v>6.8000000000000005E-2</c:v>
                </c:pt>
                <c:pt idx="12">
                  <c:v>-5.1999999999999998E-2</c:v>
                </c:pt>
                <c:pt idx="13">
                  <c:v>6.4000000000000001E-2</c:v>
                </c:pt>
                <c:pt idx="14">
                  <c:v>-5.1999999999999998E-2</c:v>
                </c:pt>
                <c:pt idx="15">
                  <c:v>6.8000000000000005E-2</c:v>
                </c:pt>
                <c:pt idx="16">
                  <c:v>-5.1999999999999998E-2</c:v>
                </c:pt>
                <c:pt idx="17">
                  <c:v>6.8000000000000005E-2</c:v>
                </c:pt>
                <c:pt idx="18">
                  <c:v>-5.6000000000000001E-2</c:v>
                </c:pt>
                <c:pt idx="19">
                  <c:v>7.5999999999999998E-2</c:v>
                </c:pt>
                <c:pt idx="20">
                  <c:v>-5.1999999999999998E-2</c:v>
                </c:pt>
                <c:pt idx="21">
                  <c:v>6.4000000000000001E-2</c:v>
                </c:pt>
                <c:pt idx="22">
                  <c:v>-0.06</c:v>
                </c:pt>
                <c:pt idx="23">
                  <c:v>6.4000000000000001E-2</c:v>
                </c:pt>
                <c:pt idx="24">
                  <c:v>-5.1999999999999998E-2</c:v>
                </c:pt>
                <c:pt idx="25">
                  <c:v>6.4000000000000001E-2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E7A-47AC-B87E-FA2D646330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3818399"/>
        <c:axId val="1793819231"/>
      </c:scatterChart>
      <c:valAx>
        <c:axId val="17938183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 i="0" baseline="0" dirty="0">
                    <a:effectLst/>
                  </a:rPr>
                  <a:t>Time</a:t>
                </a:r>
                <a:endParaRPr lang="en-US" sz="1400" dirty="0"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3819231"/>
        <c:crosses val="autoZero"/>
        <c:crossBetween val="midCat"/>
      </c:valAx>
      <c:valAx>
        <c:axId val="17938192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 dirty="0"/>
                  <a:t>Voltage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381839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'SIDE BOTTOM'!$A$3:$A$28</c:f>
              <c:numCache>
                <c:formatCode>General</c:formatCode>
                <c:ptCount val="26"/>
                <c:pt idx="0">
                  <c:v>0</c:v>
                </c:pt>
                <c:pt idx="1">
                  <c:v>2E-3</c:v>
                </c:pt>
                <c:pt idx="2">
                  <c:v>6.0000009999999996E-3</c:v>
                </c:pt>
                <c:pt idx="3">
                  <c:v>1.2000001E-2</c:v>
                </c:pt>
                <c:pt idx="4">
                  <c:v>1.6E-2</c:v>
                </c:pt>
                <c:pt idx="5">
                  <c:v>2.2000002000000001E-2</c:v>
                </c:pt>
                <c:pt idx="6">
                  <c:v>2.5999999999999999E-2</c:v>
                </c:pt>
                <c:pt idx="7">
                  <c:v>4.2000003000000001E-2</c:v>
                </c:pt>
                <c:pt idx="8">
                  <c:v>4.6000002999999998E-2</c:v>
                </c:pt>
                <c:pt idx="9">
                  <c:v>5.1999999999999998E-2</c:v>
                </c:pt>
                <c:pt idx="10">
                  <c:v>5.6000000000000001E-2</c:v>
                </c:pt>
                <c:pt idx="11">
                  <c:v>6.2E-2</c:v>
                </c:pt>
                <c:pt idx="12">
                  <c:v>6.6000000000000003E-2</c:v>
                </c:pt>
                <c:pt idx="13">
                  <c:v>8.2000000000000003E-2</c:v>
                </c:pt>
                <c:pt idx="14">
                  <c:v>8.5999999999999993E-2</c:v>
                </c:pt>
                <c:pt idx="15">
                  <c:v>9.2000005999999995E-2</c:v>
                </c:pt>
                <c:pt idx="16">
                  <c:v>9.6000005999999999E-2</c:v>
                </c:pt>
                <c:pt idx="17">
                  <c:v>0.102000006</c:v>
                </c:pt>
                <c:pt idx="18">
                  <c:v>0.106</c:v>
                </c:pt>
                <c:pt idx="19">
                  <c:v>0.112</c:v>
                </c:pt>
                <c:pt idx="20">
                  <c:v>0.11600000000000001</c:v>
                </c:pt>
                <c:pt idx="21">
                  <c:v>0.122000013</c:v>
                </c:pt>
                <c:pt idx="22">
                  <c:v>0.126</c:v>
                </c:pt>
                <c:pt idx="23">
                  <c:v>0.14199999999999999</c:v>
                </c:pt>
                <c:pt idx="24">
                  <c:v>0.14600001600000001</c:v>
                </c:pt>
                <c:pt idx="25">
                  <c:v>0.15200001599999999</c:v>
                </c:pt>
              </c:numCache>
            </c:numRef>
          </c:xVal>
          <c:yVal>
            <c:numRef>
              <c:f>'SIDE BOTTOM'!$B$3:$B$28</c:f>
              <c:numCache>
                <c:formatCode>General</c:formatCode>
                <c:ptCount val="26"/>
                <c:pt idx="0">
                  <c:v>0.32</c:v>
                </c:pt>
                <c:pt idx="1">
                  <c:v>0.4</c:v>
                </c:pt>
                <c:pt idx="2">
                  <c:v>-0.16</c:v>
                </c:pt>
                <c:pt idx="3">
                  <c:v>0.4</c:v>
                </c:pt>
                <c:pt idx="4">
                  <c:v>-0.08</c:v>
                </c:pt>
                <c:pt idx="5">
                  <c:v>0.4</c:v>
                </c:pt>
                <c:pt idx="6">
                  <c:v>-0.08</c:v>
                </c:pt>
                <c:pt idx="7">
                  <c:v>0.4</c:v>
                </c:pt>
                <c:pt idx="8">
                  <c:v>-0.16</c:v>
                </c:pt>
                <c:pt idx="9">
                  <c:v>0.4</c:v>
                </c:pt>
                <c:pt idx="10">
                  <c:v>-0.08</c:v>
                </c:pt>
                <c:pt idx="11">
                  <c:v>0.4</c:v>
                </c:pt>
                <c:pt idx="12">
                  <c:v>-0.16</c:v>
                </c:pt>
                <c:pt idx="13">
                  <c:v>0.4</c:v>
                </c:pt>
                <c:pt idx="14">
                  <c:v>-0.08</c:v>
                </c:pt>
                <c:pt idx="15">
                  <c:v>0.4</c:v>
                </c:pt>
                <c:pt idx="16">
                  <c:v>-0.08</c:v>
                </c:pt>
                <c:pt idx="17">
                  <c:v>0.4</c:v>
                </c:pt>
                <c:pt idx="18">
                  <c:v>-0.16</c:v>
                </c:pt>
                <c:pt idx="19">
                  <c:v>0.4</c:v>
                </c:pt>
                <c:pt idx="20">
                  <c:v>-0.08</c:v>
                </c:pt>
                <c:pt idx="21">
                  <c:v>0.4</c:v>
                </c:pt>
                <c:pt idx="22">
                  <c:v>-0.16</c:v>
                </c:pt>
                <c:pt idx="23">
                  <c:v>0.48</c:v>
                </c:pt>
                <c:pt idx="24">
                  <c:v>-0.16</c:v>
                </c:pt>
                <c:pt idx="25">
                  <c:v>0.32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3E7-4B43-8883-6A02BBB70D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65947872"/>
        <c:axId val="2065941216"/>
      </c:scatterChart>
      <c:valAx>
        <c:axId val="20659478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 i="0" baseline="0" dirty="0">
                    <a:effectLst/>
                  </a:rPr>
                  <a:t>Time</a:t>
                </a:r>
                <a:endParaRPr lang="en-US" dirty="0"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5941216"/>
        <c:crosses val="autoZero"/>
        <c:crossBetween val="midCat"/>
      </c:valAx>
      <c:valAx>
        <c:axId val="2065941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 dirty="0"/>
                  <a:t>Voltage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59478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5A5602-C91D-484D-B772-BE302EF124ED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CBBC8-C06B-4BA7-BF82-083A5B1C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04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ABB8D-2D42-C3ED-CA68-936C8077A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28133-9C87-04CC-000E-0268A6468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A90B2-B913-6755-3D2C-27E71F53E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9CCE1-6A6B-4F87-926B-CA3AF8FB961A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B48E1-6736-724C-8D26-433B3DDF4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53686-032F-E582-E826-0EE9A8BF3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6A9A-9D8C-4243-8E3E-D21E11512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81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9FBB8-141D-1495-F5C0-1A34A25D4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AAE07-8765-BEB3-8BB9-8F8F2B61E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C1E44-805B-586A-4687-42929E0C0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9CCE1-6A6B-4F87-926B-CA3AF8FB961A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506D4-A8C4-CAC0-9078-D86E39EB3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93C21-DB75-27B6-F3B7-53CA97665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6A9A-9D8C-4243-8E3E-D21E11512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24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20CF7-3425-B9FD-2857-CE2CA53FE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F1E01-F785-C18D-908B-8CF9E5BA7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F76E6-38A8-F3C5-46A6-873E2E2A3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9CCE1-6A6B-4F87-926B-CA3AF8FB961A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909DF-B782-DA6B-2DE0-8F419285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AFC11-232F-4EA7-2518-56552E991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6A9A-9D8C-4243-8E3E-D21E11512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280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0E109-9A1D-22CA-2327-EC51C139A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B9C9C-BFBF-F107-9A89-498863C79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14556-76A6-79C0-6441-14D00212F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24B0C-86BE-A0B8-62A7-8AB737EAD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9CCE1-6A6B-4F87-926B-CA3AF8FB961A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1863C-D174-78D5-A381-AC457AB39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8FB93-59D2-ADF0-262B-7E84F0B19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6A9A-9D8C-4243-8E3E-D21E11512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71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D3A1-BC91-A597-CC65-F3BF84C9F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91157-9E87-9D1E-451D-903125223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E9E02-CDAA-1626-2775-6CFFC4AD4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75B758-CD8A-FEDA-0C7C-F399E2CFD7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B8D4D0-DC2D-4E59-AB37-22D5E1A08F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EA3DA2-17F8-1C5C-3CDD-4CDDC84FC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9CCE1-6A6B-4F87-926B-CA3AF8FB961A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68036B-D140-A801-B74C-8195897C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30984A-1262-B3F7-703B-D83BE9C4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6A9A-9D8C-4243-8E3E-D21E11512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34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42664-A750-AA5B-F93C-D6D1EE805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7FADEA-CEE7-1822-0366-86AA98755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9CCE1-6A6B-4F87-926B-CA3AF8FB961A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7B6FCD-0C57-FBC7-D28D-44EE5D3E4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2DE16-167A-2F83-F98A-FF05CB81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6A9A-9D8C-4243-8E3E-D21E11512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60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D9773-D1A9-B73D-B116-31223F5AE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9CCE1-6A6B-4F87-926B-CA3AF8FB961A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D50A10-04A9-E628-1A41-70B29D932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FE52D-7966-1DA1-D56C-D105488F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6A9A-9D8C-4243-8E3E-D21E11512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083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1BF7C-C608-E220-34AB-6BA459C11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77B84-3817-A65E-369C-5E1B90D59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945350-CA7C-6819-30AA-0740DE88E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E7933-AA04-95B1-7964-6B73A2DF2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9CCE1-6A6B-4F87-926B-CA3AF8FB961A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E7C19-21CD-369D-EDCD-1F69F464A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DC6FA-51DE-8536-4450-D151D4C84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6A9A-9D8C-4243-8E3E-D21E11512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9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1275C-D17A-62CE-B658-44BBB409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F9284D-9A4E-EEA5-FF83-73AE12EE3A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B9297C-2A43-9BC0-E051-8CA81886A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A9BE1-14F0-0215-DAFA-34B649DDD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9CCE1-6A6B-4F87-926B-CA3AF8FB961A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BCAF6-D9FA-86DB-53F1-CD400BFB0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60789-4CC5-56AE-7026-7C46B0152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6A9A-9D8C-4243-8E3E-D21E11512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02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1AB56-7F1C-C3F1-BE78-3E608E02C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A93B5B-78ED-E993-7407-82E77AAB1C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B041F-F70F-0FC0-3651-76401296E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9CCE1-6A6B-4F87-926B-CA3AF8FB961A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72F9C-9D08-C037-ACF9-29166B8EC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9FBE5-A80F-44B7-9CF9-6C2D6B92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6A9A-9D8C-4243-8E3E-D21E11512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599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70D744-A033-9FFB-66C7-D53BAB0AC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06A49-C891-D4B5-52E3-4E8CF0491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5F03F-3494-9A4E-2D24-BC91FA028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9CCE1-6A6B-4F87-926B-CA3AF8FB961A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8AEF8-B551-1D3F-8F2D-92B6F4FEC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EAF12-F4F7-DFAD-657D-089B036C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26A9A-9D8C-4243-8E3E-D21E11512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88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0C3A6E-3BFD-0439-C0B1-2AD00C1B6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89AF0-44F7-6ACD-A980-654171ACA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BD30A-7DB4-89C3-9DE1-5072507FB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9CCE1-6A6B-4F87-926B-CA3AF8FB961A}" type="datetimeFigureOut">
              <a:rPr lang="en-US" smtClean="0"/>
              <a:t>1/11/2023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9224E-50C0-158E-8FEE-0D47211BB9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7741C-C7B7-EF34-895E-459BB466C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26A9A-9D8C-4243-8E3E-D21E11512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002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BECFE-F5A9-B782-0AB8-55DAC9BE9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86958"/>
            <a:ext cx="9144000" cy="1519237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+mn-lt"/>
              </a:rPr>
              <a:t>INVESTIGATING THE USE OF IMPEDANCE PLETHYSMOGRAPHY FOR DETECTING DECREASED BLOOD FLOW IN DIABETIC PATIENT LIMBS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99CE77-4EB0-2325-74B4-C14F63AED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5378" y="5162282"/>
            <a:ext cx="7561243" cy="573355"/>
          </a:xfrm>
        </p:spPr>
        <p:txBody>
          <a:bodyPr>
            <a:noAutofit/>
          </a:bodyPr>
          <a:lstStyle/>
          <a:p>
            <a:r>
              <a:rPr lang="en-US" sz="2000" b="1" dirty="0"/>
              <a:t>Mirza Taimoor Sultan BAIG</a:t>
            </a:r>
          </a:p>
          <a:p>
            <a:r>
              <a:rPr lang="en-US" sz="2000" b="1" dirty="0"/>
              <a:t>Advisor: Assoc. Prof. Mustafa </a:t>
            </a:r>
            <a:r>
              <a:rPr lang="en-US" sz="2000" b="1" dirty="0" err="1"/>
              <a:t>İlker</a:t>
            </a:r>
            <a:r>
              <a:rPr lang="en-US" sz="2000" b="1" dirty="0"/>
              <a:t> </a:t>
            </a:r>
            <a:r>
              <a:rPr lang="en-US" sz="2000" b="1" dirty="0" err="1"/>
              <a:t>Beyaz</a:t>
            </a:r>
            <a:endParaRPr lang="en-US" sz="2000" b="1" dirty="0"/>
          </a:p>
          <a:p>
            <a:endParaRPr lang="en-US" sz="2000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2697150-FA8D-F260-FCB3-2D24C1CF3EEC}"/>
              </a:ext>
            </a:extLst>
          </p:cNvPr>
          <p:cNvSpPr txBox="1">
            <a:spLocks/>
          </p:cNvSpPr>
          <p:nvPr/>
        </p:nvSpPr>
        <p:spPr>
          <a:xfrm>
            <a:off x="1524000" y="6302396"/>
            <a:ext cx="9144000" cy="489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JANUARY 2023</a:t>
            </a:r>
          </a:p>
        </p:txBody>
      </p:sp>
      <p:pic>
        <p:nvPicPr>
          <p:cNvPr id="7" name="Picture 6" descr="Shape, arrow&#10;&#10;Description automatically generated">
            <a:extLst>
              <a:ext uri="{FF2B5EF4-FFF2-40B4-BE49-F238E27FC236}">
                <a16:creationId xmlns:a16="http://schemas.microsoft.com/office/drawing/2014/main" id="{2732DBAB-0610-F908-5500-9A0919716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877" y="1877084"/>
            <a:ext cx="4572000" cy="357187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1BFEF72-E275-573C-A826-CDD85F1AC257}"/>
              </a:ext>
            </a:extLst>
          </p:cNvPr>
          <p:cNvCxnSpPr>
            <a:cxnSpLocks/>
          </p:cNvCxnSpPr>
          <p:nvPr/>
        </p:nvCxnSpPr>
        <p:spPr>
          <a:xfrm>
            <a:off x="1729118" y="6055167"/>
            <a:ext cx="8733764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721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8C3A7-15E0-8A42-EEF8-37D42A2B2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6000" b="1" dirty="0">
                <a:solidFill>
                  <a:srgbClr val="FFB600"/>
                </a:solidFill>
                <a:latin typeface="+mn-lt"/>
              </a:rPr>
              <a:t>Outline</a:t>
            </a:r>
            <a:r>
              <a:rPr lang="en-US" sz="6000" b="1" dirty="0">
                <a:solidFill>
                  <a:srgbClr val="FFC000"/>
                </a:solidFill>
                <a:latin typeface="+mn-lt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ACE77-3B4D-22A5-562C-D25CBE3EA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558"/>
            <a:ext cx="4414284" cy="468840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</a:pPr>
            <a:r>
              <a:rPr lang="en-US" sz="2400" b="1" dirty="0"/>
              <a:t>Introduction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Impedance Plethysmography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Motivation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Literature Review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Contribution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COMSOL Multiphysics 5.6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Geometrical Model</a:t>
            </a:r>
          </a:p>
          <a:p>
            <a:pPr>
              <a:lnSpc>
                <a:spcPct val="200000"/>
              </a:lnSpc>
            </a:pPr>
            <a:endParaRPr lang="en-US" sz="2400" b="1" dirty="0"/>
          </a:p>
          <a:p>
            <a:endParaRPr lang="en-US" sz="2400" b="1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6C30ECD-4FCA-8CD8-81AA-6ADA690B4B29}"/>
              </a:ext>
            </a:extLst>
          </p:cNvPr>
          <p:cNvSpPr txBox="1">
            <a:spLocks/>
          </p:cNvSpPr>
          <p:nvPr/>
        </p:nvSpPr>
        <p:spPr>
          <a:xfrm>
            <a:off x="6785344" y="1488557"/>
            <a:ext cx="4414284" cy="468840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2400" b="1" dirty="0"/>
              <a:t>Theoretical Calculation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Tissue properties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Simulation Result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Circuit Diagram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Physical Implementation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Experimental Result 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Conclusion</a:t>
            </a:r>
          </a:p>
          <a:p>
            <a:pPr>
              <a:lnSpc>
                <a:spcPct val="200000"/>
              </a:lnSpc>
            </a:pPr>
            <a:endParaRPr lang="en-US" sz="2400" b="1" dirty="0"/>
          </a:p>
          <a:p>
            <a:endParaRPr lang="en-US" sz="24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FE684D-1CAB-A559-34B8-14D63AF69C5B}"/>
              </a:ext>
            </a:extLst>
          </p:cNvPr>
          <p:cNvCxnSpPr>
            <a:cxnSpLocks/>
          </p:cNvCxnSpPr>
          <p:nvPr/>
        </p:nvCxnSpPr>
        <p:spPr>
          <a:xfrm>
            <a:off x="5767280" y="1690688"/>
            <a:ext cx="0" cy="4199749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576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D2F3A-8740-99E4-7854-CE70D2B22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4"/>
                </a:solidFill>
                <a:latin typeface="+mn-lt"/>
              </a:rPr>
              <a:t>Modern Methods of Measuring Blood Flow</a:t>
            </a:r>
          </a:p>
        </p:txBody>
      </p:sp>
      <p:pic>
        <p:nvPicPr>
          <p:cNvPr id="4" name="image5.png">
            <a:extLst>
              <a:ext uri="{FF2B5EF4-FFF2-40B4-BE49-F238E27FC236}">
                <a16:creationId xmlns:a16="http://schemas.microsoft.com/office/drawing/2014/main" id="{F9F76242-B15A-14A0-2720-59DF23261A2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3192" y="1415906"/>
            <a:ext cx="4005832" cy="2187637"/>
          </a:xfrm>
          <a:prstGeom prst="rect">
            <a:avLst/>
          </a:prstGeom>
          <a:ln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A3DE23-5F14-C7A2-A262-C5765BA749D7}"/>
              </a:ext>
            </a:extLst>
          </p:cNvPr>
          <p:cNvSpPr txBox="1"/>
          <p:nvPr/>
        </p:nvSpPr>
        <p:spPr>
          <a:xfrm>
            <a:off x="623560" y="3603543"/>
            <a:ext cx="4056704" cy="1210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1000"/>
              </a:spcAft>
            </a:pPr>
            <a:r>
              <a:rPr lang="en-US" sz="1800" b="1" dirty="0">
                <a:effectLst/>
                <a:ea typeface="Times New Roman" panose="02020603050405020304" pitchFamily="18" charset="0"/>
              </a:rPr>
              <a:t>Ultrasound transducer</a:t>
            </a:r>
          </a:p>
          <a:p>
            <a:pPr>
              <a:spcAft>
                <a:spcPts val="1000"/>
              </a:spcAft>
            </a:pPr>
            <a:r>
              <a:rPr lang="en-US" sz="1000" b="1" dirty="0">
                <a:ea typeface="Times New Roman" panose="02020603050405020304" pitchFamily="18" charset="0"/>
              </a:rPr>
              <a:t>Source:</a:t>
            </a:r>
            <a:r>
              <a:rPr lang="en-US" sz="1000" b="1" dirty="0">
                <a:effectLst/>
                <a:ea typeface="Times New Roman" panose="02020603050405020304" pitchFamily="18" charset="0"/>
              </a:rPr>
              <a:t> </a:t>
            </a:r>
            <a:r>
              <a:rPr lang="en-US" sz="1000" i="1" dirty="0"/>
              <a:t>(Wearable Compact Blood Flow Sensor _ </a:t>
            </a:r>
            <a:r>
              <a:rPr lang="en-US" sz="1000" i="1" dirty="0" err="1"/>
              <a:t>MEMS_Microfabricated</a:t>
            </a:r>
            <a:r>
              <a:rPr lang="en-US" sz="1000" i="1" dirty="0"/>
              <a:t> Products _ NTTAT Advanced Technology Product Introduction Site, n.d.) </a:t>
            </a:r>
            <a:endParaRPr lang="en-US" sz="1000" b="1" i="1" dirty="0">
              <a:effectLst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1000"/>
              </a:spcAft>
            </a:pPr>
            <a:endParaRPr lang="en-US" sz="1800" b="1" dirty="0">
              <a:effectLst/>
              <a:ea typeface="Times New Roman" panose="02020603050405020304" pitchFamily="18" charset="0"/>
            </a:endParaRPr>
          </a:p>
        </p:txBody>
      </p:sp>
      <p:pic>
        <p:nvPicPr>
          <p:cNvPr id="7" name="image19.jpg" descr="Aneroid Sphygmomanometer and Stethoscope Kit Health Manual Home Blood  Pressure Monitor with Standard Cuff and Stethoscope | Wish">
            <a:extLst>
              <a:ext uri="{FF2B5EF4-FFF2-40B4-BE49-F238E27FC236}">
                <a16:creationId xmlns:a16="http://schemas.microsoft.com/office/drawing/2014/main" id="{6109FAC4-0341-DE5A-E2BE-26B75B494DFA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8273033" y="1509470"/>
            <a:ext cx="2783134" cy="2585956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01AE4E-6147-F06C-67F6-CD5E67EC88D0}"/>
              </a:ext>
            </a:extLst>
          </p:cNvPr>
          <p:cNvSpPr txBox="1"/>
          <p:nvPr/>
        </p:nvSpPr>
        <p:spPr>
          <a:xfrm>
            <a:off x="8462641" y="3865605"/>
            <a:ext cx="3273911" cy="136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1000"/>
              </a:spcAft>
            </a:pPr>
            <a:r>
              <a:rPr lang="en-US" sz="1800" b="1" dirty="0">
                <a:effectLst/>
                <a:ea typeface="Times New Roman" panose="02020603050405020304" pitchFamily="18" charset="0"/>
              </a:rPr>
              <a:t>Sphygmomanometer</a:t>
            </a:r>
          </a:p>
          <a:p>
            <a:pPr>
              <a:spcAft>
                <a:spcPts val="1000"/>
              </a:spcAft>
            </a:pPr>
            <a:r>
              <a:rPr lang="en-US" sz="1000" b="1" dirty="0">
                <a:effectLst/>
                <a:ea typeface="Times New Roman" panose="02020603050405020304" pitchFamily="18" charset="0"/>
              </a:rPr>
              <a:t>Source:</a:t>
            </a:r>
            <a:r>
              <a:rPr lang="en-US" sz="10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1000" i="1" dirty="0">
                <a:effectLst/>
                <a:ea typeface="Times New Roman" panose="02020603050405020304" pitchFamily="18" charset="0"/>
              </a:rPr>
              <a:t>(Aneroid </a:t>
            </a:r>
            <a:r>
              <a:rPr lang="en-US" sz="1000" i="1" dirty="0" err="1">
                <a:effectLst/>
                <a:ea typeface="Times New Roman" panose="02020603050405020304" pitchFamily="18" charset="0"/>
              </a:rPr>
              <a:t>Vérnyomásmérő</a:t>
            </a:r>
            <a:r>
              <a:rPr lang="en-US" sz="1000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sz="1000" i="1" dirty="0" err="1">
                <a:effectLst/>
                <a:ea typeface="Times New Roman" panose="02020603050405020304" pitchFamily="18" charset="0"/>
              </a:rPr>
              <a:t>És</a:t>
            </a:r>
            <a:r>
              <a:rPr lang="en-US" sz="1000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sz="1000" i="1" dirty="0" err="1">
                <a:effectLst/>
                <a:ea typeface="Times New Roman" panose="02020603050405020304" pitchFamily="18" charset="0"/>
              </a:rPr>
              <a:t>Sztetoszkópkészlet</a:t>
            </a:r>
            <a:r>
              <a:rPr lang="en-US" sz="1000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sz="1000" i="1" dirty="0" err="1">
                <a:effectLst/>
                <a:ea typeface="Times New Roman" panose="02020603050405020304" pitchFamily="18" charset="0"/>
              </a:rPr>
              <a:t>Egészségügyi</a:t>
            </a:r>
            <a:r>
              <a:rPr lang="en-US" sz="1000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sz="1000" i="1" dirty="0" err="1">
                <a:effectLst/>
                <a:ea typeface="Times New Roman" panose="02020603050405020304" pitchFamily="18" charset="0"/>
              </a:rPr>
              <a:t>Kézi</a:t>
            </a:r>
            <a:r>
              <a:rPr lang="en-US" sz="1000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sz="1000" i="1" dirty="0" err="1">
                <a:effectLst/>
                <a:ea typeface="Times New Roman" panose="02020603050405020304" pitchFamily="18" charset="0"/>
              </a:rPr>
              <a:t>Otthoni</a:t>
            </a:r>
            <a:r>
              <a:rPr lang="en-US" sz="1000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sz="1000" i="1" dirty="0" err="1">
                <a:effectLst/>
                <a:ea typeface="Times New Roman" panose="02020603050405020304" pitchFamily="18" charset="0"/>
              </a:rPr>
              <a:t>Vérnyomásmérő</a:t>
            </a:r>
            <a:r>
              <a:rPr lang="en-US" sz="1000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sz="1000" i="1" dirty="0" err="1">
                <a:effectLst/>
                <a:ea typeface="Times New Roman" panose="02020603050405020304" pitchFamily="18" charset="0"/>
              </a:rPr>
              <a:t>Széria</a:t>
            </a:r>
            <a:r>
              <a:rPr lang="en-US" sz="1000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sz="1000" i="1" dirty="0" err="1">
                <a:effectLst/>
                <a:ea typeface="Times New Roman" panose="02020603050405020304" pitchFamily="18" charset="0"/>
              </a:rPr>
              <a:t>Mandzsetta</a:t>
            </a:r>
            <a:r>
              <a:rPr lang="en-US" sz="1000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sz="1000" i="1" dirty="0" err="1">
                <a:effectLst/>
                <a:ea typeface="Times New Roman" panose="02020603050405020304" pitchFamily="18" charset="0"/>
              </a:rPr>
              <a:t>És</a:t>
            </a:r>
            <a:r>
              <a:rPr lang="en-US" sz="1000" i="1" dirty="0">
                <a:effectLst/>
                <a:ea typeface="Times New Roman" panose="02020603050405020304" pitchFamily="18" charset="0"/>
              </a:rPr>
              <a:t> </a:t>
            </a:r>
            <a:r>
              <a:rPr lang="en-US" sz="1000" i="1" dirty="0" err="1">
                <a:effectLst/>
                <a:ea typeface="Times New Roman" panose="02020603050405020304" pitchFamily="18" charset="0"/>
              </a:rPr>
              <a:t>Sztetoszkóp</a:t>
            </a:r>
            <a:r>
              <a:rPr lang="en-US" sz="1000" i="1" dirty="0">
                <a:effectLst/>
                <a:ea typeface="Times New Roman" panose="02020603050405020304" pitchFamily="18" charset="0"/>
              </a:rPr>
              <a:t> _ Wish, n.d.)</a:t>
            </a:r>
          </a:p>
          <a:p>
            <a:pPr marL="0" marR="0">
              <a:spcBef>
                <a:spcPts val="0"/>
              </a:spcBef>
              <a:spcAft>
                <a:spcPts val="1000"/>
              </a:spcAft>
            </a:pPr>
            <a:endParaRPr lang="en-US" sz="1800" b="1" dirty="0">
              <a:effectLst/>
              <a:ea typeface="Times New Roman" panose="02020603050405020304" pitchFamily="18" charset="0"/>
            </a:endParaRPr>
          </a:p>
        </p:txBody>
      </p:sp>
      <p:pic>
        <p:nvPicPr>
          <p:cNvPr id="12" name="image23.jpg" descr="Buy Saint Health Arm Automatic Blood Pressure Monitor BP Sphygmomanometer  Pressure Meter Tonometer for Measuring Arterial Pressure at affordable  prices — free shipping, real reviews with photos — Joom">
            <a:extLst>
              <a:ext uri="{FF2B5EF4-FFF2-40B4-BE49-F238E27FC236}">
                <a16:creationId xmlns:a16="http://schemas.microsoft.com/office/drawing/2014/main" id="{F18AFC36-BE37-54F6-20A5-2DFF031C8B7E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827655" y="1477347"/>
            <a:ext cx="3380753" cy="2031325"/>
          </a:xfrm>
          <a:prstGeom prst="rect">
            <a:avLst/>
          </a:prstGeom>
          <a:ln/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811482A-4CD8-221F-1BAC-436CEF94374E}"/>
              </a:ext>
            </a:extLst>
          </p:cNvPr>
          <p:cNvSpPr txBox="1"/>
          <p:nvPr/>
        </p:nvSpPr>
        <p:spPr>
          <a:xfrm>
            <a:off x="4934497" y="3601969"/>
            <a:ext cx="3273911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effectLst/>
                <a:ea typeface="Times New Roman" panose="02020603050405020304" pitchFamily="18" charset="0"/>
              </a:rPr>
              <a:t>Digital Sphygmomanometer</a:t>
            </a:r>
          </a:p>
          <a:p>
            <a:r>
              <a:rPr lang="en-US" sz="1000" b="1" dirty="0">
                <a:effectLst/>
                <a:ea typeface="Times New Roman" panose="02020603050405020304" pitchFamily="18" charset="0"/>
              </a:rPr>
              <a:t>Source:</a:t>
            </a:r>
            <a:r>
              <a:rPr lang="en-US" sz="10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1000" i="1" dirty="0">
                <a:effectLst/>
                <a:ea typeface="Times New Roman" panose="02020603050405020304" pitchFamily="18" charset="0"/>
              </a:rPr>
              <a:t>(Buy Saint Health Arm Automatic Blood Pressure Monitor BP Sphygmomanometer Pressure Meter Tonometer for Measuring Arterial Pressure at Affordable Prices — Free Shipping, Real Reviews Wi, n.d.)</a:t>
            </a:r>
          </a:p>
          <a:p>
            <a:r>
              <a:rPr lang="en-US" sz="1000" b="1" dirty="0">
                <a:effectLst/>
                <a:ea typeface="Times New Roman" panose="02020603050405020304" pitchFamily="18" charset="0"/>
              </a:rPr>
              <a:t> </a:t>
            </a:r>
          </a:p>
          <a:p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E80644-07F5-AB56-1CC0-BA6CE57C0D06}"/>
              </a:ext>
            </a:extLst>
          </p:cNvPr>
          <p:cNvSpPr txBox="1"/>
          <p:nvPr/>
        </p:nvSpPr>
        <p:spPr>
          <a:xfrm>
            <a:off x="309963" y="4813305"/>
            <a:ext cx="4207935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ffectLst/>
                <a:ea typeface="Times New Roman" panose="02020603050405020304" pitchFamily="18" charset="0"/>
              </a:rPr>
              <a:t>This system is made up of an app specifically designed for smartphones and a sensor gadget.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ffectLst/>
                <a:ea typeface="Times New Roman" panose="02020603050405020304" pitchFamily="18" charset="0"/>
              </a:rPr>
              <a:t>Visualizations such as animations of heartbeats or blood flow graphs are then generated by the smartphone based on this data.</a:t>
            </a:r>
            <a:endParaRPr lang="en-US" sz="17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EC6BAD-7F5C-B88F-E076-EB2F7157F967}"/>
              </a:ext>
            </a:extLst>
          </p:cNvPr>
          <p:cNvSpPr txBox="1"/>
          <p:nvPr/>
        </p:nvSpPr>
        <p:spPr>
          <a:xfrm>
            <a:off x="4656764" y="4813305"/>
            <a:ext cx="361626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ffectLst/>
                <a:ea typeface="Times New Roman" panose="02020603050405020304" pitchFamily="18" charset="0"/>
              </a:rPr>
              <a:t>It is a digital blood pressure monitor.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ffectLst/>
                <a:ea typeface="Times New Roman" panose="02020603050405020304" pitchFamily="18" charset="0"/>
              </a:rPr>
              <a:t>It is portable, easy to use, and rapidly and accurately detects blood pressure and pulse.</a:t>
            </a:r>
            <a:endParaRPr lang="en-US" sz="17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357D69-23B7-50BD-0CFC-1A8D27F08208}"/>
              </a:ext>
            </a:extLst>
          </p:cNvPr>
          <p:cNvSpPr txBox="1"/>
          <p:nvPr/>
        </p:nvSpPr>
        <p:spPr>
          <a:xfrm>
            <a:off x="8433881" y="4813305"/>
            <a:ext cx="361626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ffectLst/>
                <a:ea typeface="Times New Roman" panose="02020603050405020304" pitchFamily="18" charset="0"/>
              </a:rPr>
              <a:t>It is also called blood </a:t>
            </a:r>
            <a:r>
              <a:rPr lang="en-US" sz="1700" b="1">
                <a:effectLst/>
                <a:ea typeface="Times New Roman" panose="02020603050405020304" pitchFamily="18" charset="0"/>
              </a:rPr>
              <a:t>pressure cuffs.</a:t>
            </a:r>
            <a:endParaRPr lang="en-US" sz="1700" b="1" dirty="0">
              <a:effectLst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ffectLst/>
                <a:ea typeface="Times New Roman" panose="02020603050405020304" pitchFamily="18" charset="0"/>
              </a:rPr>
              <a:t>Cuffs are used to stop blood flow in arteries by wrapping them around the upper arm and inflating them. </a:t>
            </a:r>
            <a:endParaRPr lang="en-US" sz="1700" b="1" dirty="0"/>
          </a:p>
        </p:txBody>
      </p:sp>
    </p:spTree>
    <p:extLst>
      <p:ext uri="{BB962C8B-B14F-4D97-AF65-F5344CB8AC3E}">
        <p14:creationId xmlns:p14="http://schemas.microsoft.com/office/powerpoint/2010/main" val="2058611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32DA0-DDEB-87A3-ACDE-099D941ED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  <a:latin typeface="+mn-lt"/>
              </a:rPr>
              <a:t>Modern Methods of Measuring Blood Flow</a:t>
            </a:r>
            <a:endParaRPr lang="en-US" dirty="0"/>
          </a:p>
        </p:txBody>
      </p:sp>
      <p:pic>
        <p:nvPicPr>
          <p:cNvPr id="4" name="image38.png">
            <a:extLst>
              <a:ext uri="{FF2B5EF4-FFF2-40B4-BE49-F238E27FC236}">
                <a16:creationId xmlns:a16="http://schemas.microsoft.com/office/drawing/2014/main" id="{935787B5-5F72-770A-416D-A2AB2FBD744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084670" y="1414511"/>
            <a:ext cx="4146549" cy="2361628"/>
          </a:xfrm>
          <a:prstGeom prst="rect">
            <a:avLst/>
          </a:prstGeom>
          <a:ln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A18B25-4A87-FDA1-ACAA-A2418E49763B}"/>
              </a:ext>
            </a:extLst>
          </p:cNvPr>
          <p:cNvSpPr txBox="1"/>
          <p:nvPr/>
        </p:nvSpPr>
        <p:spPr>
          <a:xfrm>
            <a:off x="1084670" y="3872670"/>
            <a:ext cx="4417855" cy="1518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1000"/>
              </a:spcAft>
            </a:pPr>
            <a:r>
              <a:rPr lang="en-US" sz="1800" b="1" dirty="0">
                <a:effectLst/>
                <a:ea typeface="Times New Roman" panose="02020603050405020304" pitchFamily="18" charset="0"/>
              </a:rPr>
              <a:t>PPG Wristwatch </a:t>
            </a:r>
          </a:p>
          <a:p>
            <a:pPr>
              <a:spcAft>
                <a:spcPts val="1000"/>
              </a:spcAft>
            </a:pPr>
            <a:r>
              <a:rPr lang="en-US" sz="1000" b="1" dirty="0">
                <a:effectLst/>
                <a:ea typeface="Times New Roman" panose="02020603050405020304" pitchFamily="18" charset="0"/>
              </a:rPr>
              <a:t>Source: </a:t>
            </a:r>
            <a:r>
              <a:rPr lang="en-US" sz="1000" i="1" dirty="0">
                <a:effectLst/>
                <a:ea typeface="Times New Roman" panose="02020603050405020304" pitchFamily="18" charset="0"/>
              </a:rPr>
              <a:t>Reader, R. (2022). Apple partner is developing a wearable to track blood sugar. In Fast Company. Retrieved from https://www.fastcompany.com/90730050/apple-partner-rockley-photonics-blood-sugar</a:t>
            </a:r>
          </a:p>
          <a:p>
            <a:pPr marL="0" marR="0">
              <a:spcBef>
                <a:spcPts val="0"/>
              </a:spcBef>
              <a:spcAft>
                <a:spcPts val="1000"/>
              </a:spcAft>
            </a:pPr>
            <a:endParaRPr lang="en-US" sz="1800" b="1" dirty="0">
              <a:effectLst/>
              <a:ea typeface="Times New Roman" panose="02020603050405020304" pitchFamily="18" charset="0"/>
            </a:endParaRPr>
          </a:p>
        </p:txBody>
      </p:sp>
      <p:pic>
        <p:nvPicPr>
          <p:cNvPr id="7" name="image22.png">
            <a:extLst>
              <a:ext uri="{FF2B5EF4-FFF2-40B4-BE49-F238E27FC236}">
                <a16:creationId xmlns:a16="http://schemas.microsoft.com/office/drawing/2014/main" id="{8CC68581-4AC3-6F4F-780D-869376F0F30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664641" y="1414511"/>
            <a:ext cx="3812142" cy="2279539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0EB522-0BB1-4CBA-7E20-ECFC9BABEB01}"/>
              </a:ext>
            </a:extLst>
          </p:cNvPr>
          <p:cNvSpPr txBox="1"/>
          <p:nvPr/>
        </p:nvSpPr>
        <p:spPr>
          <a:xfrm>
            <a:off x="7444021" y="3872670"/>
            <a:ext cx="38864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effectLst/>
                <a:ea typeface="Times New Roman" panose="02020603050405020304" pitchFamily="18" charset="0"/>
              </a:rPr>
              <a:t>Pulse Oximeter </a:t>
            </a:r>
          </a:p>
          <a:p>
            <a:r>
              <a:rPr lang="en-US" sz="1000" b="1" dirty="0">
                <a:effectLst/>
                <a:ea typeface="Times New Roman" panose="02020603050405020304" pitchFamily="18" charset="0"/>
              </a:rPr>
              <a:t>Source</a:t>
            </a:r>
            <a:r>
              <a:rPr lang="en-US" sz="1000" b="1" i="1" dirty="0">
                <a:effectLst/>
                <a:ea typeface="Times New Roman" panose="02020603050405020304" pitchFamily="18" charset="0"/>
              </a:rPr>
              <a:t>:</a:t>
            </a:r>
            <a:r>
              <a:rPr lang="en-US" sz="1000" i="1" dirty="0">
                <a:effectLst/>
                <a:ea typeface="Times New Roman" panose="02020603050405020304" pitchFamily="18" charset="0"/>
              </a:rPr>
              <a:t> (SPO2 Finger Pulse Oximeter </a:t>
            </a:r>
            <a:r>
              <a:rPr lang="en-US" sz="1000" i="1" dirty="0" err="1">
                <a:effectLst/>
                <a:ea typeface="Times New Roman" panose="02020603050405020304" pitchFamily="18" charset="0"/>
              </a:rPr>
              <a:t>Fom</a:t>
            </a:r>
            <a:r>
              <a:rPr lang="en-US" sz="1000" i="1" dirty="0">
                <a:effectLst/>
                <a:ea typeface="Times New Roman" panose="02020603050405020304" pitchFamily="18" charset="0"/>
              </a:rPr>
              <a:t> a Reputed Online Medical Supply Store _ </a:t>
            </a:r>
            <a:r>
              <a:rPr lang="en-US" sz="1000" i="1" dirty="0" err="1">
                <a:effectLst/>
                <a:ea typeface="Times New Roman" panose="02020603050405020304" pitchFamily="18" charset="0"/>
              </a:rPr>
              <a:t>HealthConnection</a:t>
            </a:r>
            <a:r>
              <a:rPr lang="en-US" sz="1000" i="1" dirty="0">
                <a:effectLst/>
                <a:ea typeface="Times New Roman" panose="02020603050405020304" pitchFamily="18" charset="0"/>
              </a:rPr>
              <a:t>, n.d.)</a:t>
            </a:r>
          </a:p>
          <a:p>
            <a:endParaRPr lang="en-US" sz="1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3E6C42-BCD4-F4A6-013A-D80CC58002E9}"/>
              </a:ext>
            </a:extLst>
          </p:cNvPr>
          <p:cNvSpPr txBox="1"/>
          <p:nvPr/>
        </p:nvSpPr>
        <p:spPr>
          <a:xfrm>
            <a:off x="1084669" y="4981824"/>
            <a:ext cx="4417855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ffectLst/>
                <a:ea typeface="Times New Roman" panose="02020603050405020304" pitchFamily="18" charset="0"/>
              </a:rPr>
              <a:t>A Non-Intrusive method for taking blood pressure using PPG Technique.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ffectLst/>
                <a:ea typeface="Times New Roman" panose="02020603050405020304" pitchFamily="18" charset="0"/>
              </a:rPr>
              <a:t>It can be worn on the wrist</a:t>
            </a:r>
            <a:endParaRPr lang="en-US" sz="17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17BA2-4667-0047-B8E8-DFBD51C51847}"/>
              </a:ext>
            </a:extLst>
          </p:cNvPr>
          <p:cNvSpPr txBox="1"/>
          <p:nvPr/>
        </p:nvSpPr>
        <p:spPr>
          <a:xfrm>
            <a:off x="7049386" y="4981824"/>
            <a:ext cx="4057944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ffectLst/>
                <a:ea typeface="Times New Roman" panose="02020603050405020304" pitchFamily="18" charset="0"/>
              </a:rPr>
              <a:t>Oximeters are tiny, non-invasive gadgets that may connect to a finger or toe.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ffectLst/>
                <a:ea typeface="Times New Roman" panose="02020603050405020304" pitchFamily="18" charset="0"/>
              </a:rPr>
              <a:t>It can tell how well the heart is supplying blood to the hands and feet. </a:t>
            </a:r>
            <a:endParaRPr lang="en-US" sz="1700" b="1" dirty="0"/>
          </a:p>
        </p:txBody>
      </p:sp>
    </p:spTree>
    <p:extLst>
      <p:ext uri="{BB962C8B-B14F-4D97-AF65-F5344CB8AC3E}">
        <p14:creationId xmlns:p14="http://schemas.microsoft.com/office/powerpoint/2010/main" val="3680520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340AC-7707-6018-8B35-7B9ADD9BB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4"/>
                </a:solidFill>
                <a:latin typeface="+mn-lt"/>
              </a:rPr>
              <a:t>Modern Methods of Measuring Blood Flow</a:t>
            </a:r>
            <a:endParaRPr lang="en-US" dirty="0"/>
          </a:p>
        </p:txBody>
      </p:sp>
      <p:pic>
        <p:nvPicPr>
          <p:cNvPr id="4" name="image31.jpg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129F6A84-8BC8-8015-6F5B-457DF0724707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163444" y="1421174"/>
            <a:ext cx="5324474" cy="2622016"/>
          </a:xfrm>
          <a:prstGeom prst="rect">
            <a:avLst/>
          </a:prstGeom>
          <a:ln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2C5007-C529-9A38-B5AA-826A28D5EF56}"/>
              </a:ext>
            </a:extLst>
          </p:cNvPr>
          <p:cNvSpPr txBox="1"/>
          <p:nvPr/>
        </p:nvSpPr>
        <p:spPr>
          <a:xfrm>
            <a:off x="1163444" y="4043190"/>
            <a:ext cx="5324474" cy="105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1000"/>
              </a:spcAft>
            </a:pPr>
            <a:r>
              <a:rPr lang="en-US" sz="1800" b="1" dirty="0">
                <a:effectLst/>
                <a:ea typeface="Times New Roman" panose="02020603050405020304" pitchFamily="18" charset="0"/>
              </a:rPr>
              <a:t>Electrocardiogram ECG </a:t>
            </a:r>
          </a:p>
          <a:p>
            <a:pPr>
              <a:spcAft>
                <a:spcPts val="1000"/>
              </a:spcAft>
            </a:pPr>
            <a:r>
              <a:rPr lang="en-US" sz="10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US" sz="1000" b="1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0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(USA Medical and Surgical Supplies, 2018)</a:t>
            </a:r>
          </a:p>
          <a:p>
            <a:pPr marL="0" marR="0">
              <a:spcBef>
                <a:spcPts val="0"/>
              </a:spcBef>
              <a:spcAft>
                <a:spcPts val="1000"/>
              </a:spcAft>
            </a:pPr>
            <a:endParaRPr lang="en-US" sz="1800" b="1" dirty="0">
              <a:effectLst/>
              <a:ea typeface="Times New Roman" panose="02020603050405020304" pitchFamily="18" charset="0"/>
            </a:endParaRPr>
          </a:p>
        </p:txBody>
      </p:sp>
      <p:pic>
        <p:nvPicPr>
          <p:cNvPr id="7" name="image25.jpg" descr="Diagram&#10;&#10;Description automatically generated">
            <a:extLst>
              <a:ext uri="{FF2B5EF4-FFF2-40B4-BE49-F238E27FC236}">
                <a16:creationId xmlns:a16="http://schemas.microsoft.com/office/drawing/2014/main" id="{7F4ED36B-DC02-3D45-3042-A6E93EAB843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6588088" y="1421175"/>
            <a:ext cx="5100810" cy="2622016"/>
          </a:xfrm>
          <a:prstGeom prst="rect">
            <a:avLst/>
          </a:prstGeom>
          <a:ln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DB1C90-5961-363D-86B7-A3A3E60344E0}"/>
              </a:ext>
            </a:extLst>
          </p:cNvPr>
          <p:cNvSpPr txBox="1"/>
          <p:nvPr/>
        </p:nvSpPr>
        <p:spPr>
          <a:xfrm>
            <a:off x="6813162" y="4043190"/>
            <a:ext cx="487573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effectLst/>
                <a:ea typeface="Times New Roman" panose="02020603050405020304" pitchFamily="18" charset="0"/>
              </a:rPr>
              <a:t>Holter Meter </a:t>
            </a:r>
          </a:p>
          <a:p>
            <a:r>
              <a:rPr lang="en-US" sz="1000" b="1" dirty="0">
                <a:effectLst/>
                <a:ea typeface="Times New Roman" panose="02020603050405020304" pitchFamily="18" charset="0"/>
              </a:rPr>
              <a:t>Source:</a:t>
            </a:r>
            <a:r>
              <a:rPr lang="en-US" sz="10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1000" i="1" dirty="0">
                <a:effectLst/>
                <a:ea typeface="Times New Roman" panose="02020603050405020304" pitchFamily="18" charset="0"/>
              </a:rPr>
              <a:t>(Johns Hopkins Medicine, 2019)</a:t>
            </a:r>
          </a:p>
          <a:p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DA9DE3-219D-8044-E3EE-5BFDCB658CFF}"/>
              </a:ext>
            </a:extLst>
          </p:cNvPr>
          <p:cNvSpPr txBox="1"/>
          <p:nvPr/>
        </p:nvSpPr>
        <p:spPr>
          <a:xfrm>
            <a:off x="717145" y="4843409"/>
            <a:ext cx="587094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ffectLst/>
                <a:ea typeface="Times New Roman" panose="02020603050405020304" pitchFamily="18" charset="0"/>
              </a:rPr>
              <a:t>At an early age of minor cardiovascular issues and signs of initial heart malfunction, an electrocardiogram or ECG is a simple, fast, and common test used to diagnose and catch an overview of the problem.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ffectLst/>
                <a:ea typeface="Times New Roman" panose="02020603050405020304" pitchFamily="18" charset="0"/>
              </a:rPr>
              <a:t>It is a safe procedure that captures the electrical activity of the heart. </a:t>
            </a:r>
            <a:endParaRPr lang="en-US" sz="17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E9FC9-1EA2-2CD2-58FE-69CF818377C3}"/>
              </a:ext>
            </a:extLst>
          </p:cNvPr>
          <p:cNvSpPr txBox="1"/>
          <p:nvPr/>
        </p:nvSpPr>
        <p:spPr>
          <a:xfrm>
            <a:off x="6712992" y="4843409"/>
            <a:ext cx="510080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ffectLst/>
                <a:ea typeface="Times New Roman" panose="02020603050405020304" pitchFamily="18" charset="0"/>
              </a:rPr>
              <a:t>A Holter blood pressure device is worn by the patient for twenty-four hours.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ffectLst/>
                <a:ea typeface="Times New Roman" panose="02020603050405020304" pitchFamily="18" charset="0"/>
              </a:rPr>
              <a:t>If the increase in blood pressure readings is to rule out or confirm the diagnosis of hypertension .</a:t>
            </a:r>
            <a:endParaRPr lang="en-US" sz="1700" b="1" dirty="0"/>
          </a:p>
        </p:txBody>
      </p:sp>
    </p:spTree>
    <p:extLst>
      <p:ext uri="{BB962C8B-B14F-4D97-AF65-F5344CB8AC3E}">
        <p14:creationId xmlns:p14="http://schemas.microsoft.com/office/powerpoint/2010/main" val="25620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BECFE-F5A9-B782-0AB8-55DAC9BE9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9962" y="-1013046"/>
            <a:ext cx="9144000" cy="2387600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accent4"/>
                </a:solidFill>
                <a:latin typeface="+mn-lt"/>
              </a:rPr>
              <a:t>What is impedance plethysmography?</a:t>
            </a:r>
          </a:p>
        </p:txBody>
      </p:sp>
      <p:pic>
        <p:nvPicPr>
          <p:cNvPr id="5" name="image13.png" descr="Impedance Plethysmography (IPG) - medis. GmbH">
            <a:extLst>
              <a:ext uri="{FF2B5EF4-FFF2-40B4-BE49-F238E27FC236}">
                <a16:creationId xmlns:a16="http://schemas.microsoft.com/office/drawing/2014/main" id="{BF73B891-B1BF-5CA2-695F-C7065DB8BBEA}"/>
              </a:ext>
            </a:extLst>
          </p:cNvPr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366022" y="1843910"/>
            <a:ext cx="6617409" cy="3972097"/>
          </a:xfrm>
          <a:prstGeom prst="rect">
            <a:avLst/>
          </a:prstGeom>
          <a:ln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A03ABB-C901-8432-90A6-14541C30A559}"/>
              </a:ext>
            </a:extLst>
          </p:cNvPr>
          <p:cNvSpPr txBox="1"/>
          <p:nvPr/>
        </p:nvSpPr>
        <p:spPr>
          <a:xfrm>
            <a:off x="933007" y="1798633"/>
            <a:ext cx="343301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 method that can measure plethysmography and identify the arterial pulse waveform is called bioelectrical impedance. this technique is collectively known as impedance plethysmography.</a:t>
            </a:r>
          </a:p>
          <a:p>
            <a:endParaRPr lang="en-US" sz="2000" b="1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By infusing a minute amount of AC into the body and then detecting the potential caused by blood flow, it gauges changes in blood volume.</a:t>
            </a:r>
            <a:endParaRPr lang="en-US" sz="2000" b="1" dirty="0"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758889-771C-0DA4-C29E-428EACFED870}"/>
              </a:ext>
            </a:extLst>
          </p:cNvPr>
          <p:cNvSpPr txBox="1"/>
          <p:nvPr/>
        </p:nvSpPr>
        <p:spPr>
          <a:xfrm>
            <a:off x="5409314" y="5861284"/>
            <a:ext cx="60977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1000"/>
              </a:spcAft>
            </a:pPr>
            <a:r>
              <a:rPr lang="en-US" sz="1000" b="1" dirty="0">
                <a:effectLst/>
                <a:ea typeface="Times New Roman" panose="02020603050405020304" pitchFamily="18" charset="0"/>
              </a:rPr>
              <a:t>Source: </a:t>
            </a:r>
            <a:r>
              <a:rPr lang="en-US" sz="1000" i="1" dirty="0">
                <a:effectLst/>
                <a:ea typeface="Times New Roman" panose="02020603050405020304" pitchFamily="18" charset="0"/>
              </a:rPr>
              <a:t>(Impedance Plethysmography (IPG) - </a:t>
            </a:r>
            <a:r>
              <a:rPr lang="en-US" sz="1000" i="1" dirty="0" err="1">
                <a:effectLst/>
                <a:ea typeface="Times New Roman" panose="02020603050405020304" pitchFamily="18" charset="0"/>
              </a:rPr>
              <a:t>Medis</a:t>
            </a:r>
            <a:r>
              <a:rPr lang="en-US" sz="1000" i="1" dirty="0">
                <a:effectLst/>
                <a:ea typeface="Times New Roman" panose="02020603050405020304" pitchFamily="18" charset="0"/>
              </a:rPr>
              <a:t>, n.d.)</a:t>
            </a:r>
          </a:p>
        </p:txBody>
      </p:sp>
    </p:spTree>
    <p:extLst>
      <p:ext uri="{BB962C8B-B14F-4D97-AF65-F5344CB8AC3E}">
        <p14:creationId xmlns:p14="http://schemas.microsoft.com/office/powerpoint/2010/main" val="1907168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33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ABECFE-F5A9-B782-0AB8-55DAC9BE9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3988" y="320041"/>
            <a:ext cx="6707084" cy="3892668"/>
          </a:xfrm>
        </p:spPr>
        <p:txBody>
          <a:bodyPr>
            <a:normAutofit/>
          </a:bodyPr>
          <a:lstStyle/>
          <a:p>
            <a:pPr algn="l"/>
            <a:r>
              <a:rPr lang="en-US" sz="6600" b="1">
                <a:latin typeface="+mn-lt"/>
              </a:rPr>
              <a:t>Why Impedance Plethysmography?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F77938-712F-C215-0B52-B298BA24F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164" y="1270820"/>
            <a:ext cx="2828274" cy="3775746"/>
          </a:xfrm>
          <a:prstGeom prst="rect">
            <a:avLst/>
          </a:prstGeom>
        </p:spPr>
      </p:pic>
      <p:sp>
        <p:nvSpPr>
          <p:cNvPr id="4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3987" y="4409267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958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able&#10;&#10;Description automatically generated">
            <a:extLst>
              <a:ext uri="{FF2B5EF4-FFF2-40B4-BE49-F238E27FC236}">
                <a16:creationId xmlns:a16="http://schemas.microsoft.com/office/drawing/2014/main" id="{C73D24FD-D7DF-13FC-C997-F999203F7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858100" y="-1213005"/>
            <a:ext cx="6475801" cy="92840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CC0C9B-F261-070B-CF9C-79C7745BC227}"/>
              </a:ext>
            </a:extLst>
          </p:cNvPr>
          <p:cNvSpPr txBox="1"/>
          <p:nvPr/>
        </p:nvSpPr>
        <p:spPr>
          <a:xfrm>
            <a:off x="2963826" y="6614025"/>
            <a:ext cx="71787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effectLst/>
                <a:ea typeface="Times New Roman" panose="02020603050405020304" pitchFamily="18" charset="0"/>
              </a:rPr>
              <a:t>Source</a:t>
            </a:r>
            <a:r>
              <a:rPr lang="en-US" sz="1000" i="1" dirty="0">
                <a:effectLst/>
                <a:ea typeface="Times New Roman" panose="02020603050405020304" pitchFamily="18" charset="0"/>
              </a:rPr>
              <a:t>: Ansari, S. (2013). Motion artifact reduction in impedance plethysmography signal. ProQuest Dissertations and Theses, 116</a:t>
            </a:r>
            <a:endParaRPr lang="en-US" sz="1000" i="1" dirty="0"/>
          </a:p>
        </p:txBody>
      </p:sp>
    </p:spTree>
    <p:extLst>
      <p:ext uri="{BB962C8B-B14F-4D97-AF65-F5344CB8AC3E}">
        <p14:creationId xmlns:p14="http://schemas.microsoft.com/office/powerpoint/2010/main" val="2225258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412D-334D-FD06-65C0-4492D7385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  <a:latin typeface="Raleway ExtraBold" pitchFamily="2" charset="0"/>
              </a:rPr>
              <a:t>Motivation</a:t>
            </a:r>
            <a:endParaRPr lang="en-US" sz="4800" dirty="0">
              <a:latin typeface="Raleway ExtraBold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97B91-D817-51C1-1E3A-F93C68581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8963" y="1745778"/>
            <a:ext cx="8102279" cy="4351338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b="1" dirty="0">
                <a:ea typeface="+mj-ea"/>
                <a:cs typeface="+mj-cs"/>
              </a:rPr>
              <a:t>Monitoring the blood flow device is not affordable for everyone.</a:t>
            </a:r>
          </a:p>
          <a:p>
            <a:pPr>
              <a:spcBef>
                <a:spcPct val="0"/>
              </a:spcBef>
            </a:pPr>
            <a:r>
              <a:rPr lang="en-US" b="1" dirty="0">
                <a:ea typeface="+mj-ea"/>
                <a:cs typeface="+mj-cs"/>
              </a:rPr>
              <a:t> Expensive devices need to be precise and close to accuracy for the patient,  however, it is directly proportional to the price they pay.</a:t>
            </a:r>
          </a:p>
          <a:p>
            <a:pPr>
              <a:spcBef>
                <a:spcPct val="0"/>
              </a:spcBef>
            </a:pPr>
            <a:r>
              <a:rPr lang="en-US" b="1" dirty="0"/>
              <a:t>Everyone especially diabetic patients can measure their existence if the blood flow at home.</a:t>
            </a:r>
          </a:p>
          <a:p>
            <a:pPr>
              <a:spcBef>
                <a:spcPct val="0"/>
              </a:spcBef>
            </a:pPr>
            <a:r>
              <a:rPr lang="en-US" b="1" dirty="0"/>
              <a:t>When the blood flow stops this device will give a signal that you should go to a doctor immediately. </a:t>
            </a:r>
          </a:p>
          <a:p>
            <a:pPr>
              <a:spcBef>
                <a:spcPct val="0"/>
              </a:spcBef>
            </a:pPr>
            <a:r>
              <a:rPr lang="en-US" b="1" dirty="0"/>
              <a:t>To make a Portable and wearable device that everyone can afford easily.</a:t>
            </a:r>
          </a:p>
        </p:txBody>
      </p:sp>
      <p:grpSp>
        <p:nvGrpSpPr>
          <p:cNvPr id="4" name="Google Shape;72;p13">
            <a:extLst>
              <a:ext uri="{FF2B5EF4-FFF2-40B4-BE49-F238E27FC236}">
                <a16:creationId xmlns:a16="http://schemas.microsoft.com/office/drawing/2014/main" id="{DF8669F3-40AE-7DA9-8227-3724FE0EAE06}"/>
              </a:ext>
            </a:extLst>
          </p:cNvPr>
          <p:cNvGrpSpPr>
            <a:grpSpLocks noChangeAspect="1"/>
          </p:cNvGrpSpPr>
          <p:nvPr/>
        </p:nvGrpSpPr>
        <p:grpSpPr>
          <a:xfrm>
            <a:off x="10855842" y="342748"/>
            <a:ext cx="795400" cy="962689"/>
            <a:chOff x="584925" y="922575"/>
            <a:chExt cx="415200" cy="502525"/>
          </a:xfrm>
        </p:grpSpPr>
        <p:sp>
          <p:nvSpPr>
            <p:cNvPr id="5" name="Google Shape;73;p13">
              <a:extLst>
                <a:ext uri="{FF2B5EF4-FFF2-40B4-BE49-F238E27FC236}">
                  <a16:creationId xmlns:a16="http://schemas.microsoft.com/office/drawing/2014/main" id="{7F8590AC-1C22-E074-2BD6-5F6143F53A11}"/>
                </a:ext>
              </a:extLst>
            </p:cNvPr>
            <p:cNvSpPr/>
            <p:nvPr/>
          </p:nvSpPr>
          <p:spPr>
            <a:xfrm>
              <a:off x="584925" y="961025"/>
              <a:ext cx="378575" cy="464075"/>
            </a:xfrm>
            <a:custGeom>
              <a:avLst/>
              <a:gdLst/>
              <a:ahLst/>
              <a:cxnLst/>
              <a:rect l="l" t="t" r="r" b="b"/>
              <a:pathLst>
                <a:path w="15143" h="18563" extrusionOk="0">
                  <a:moveTo>
                    <a:pt x="782" y="1"/>
                  </a:moveTo>
                  <a:lnTo>
                    <a:pt x="635" y="25"/>
                  </a:lnTo>
                  <a:lnTo>
                    <a:pt x="489" y="50"/>
                  </a:lnTo>
                  <a:lnTo>
                    <a:pt x="342" y="123"/>
                  </a:lnTo>
                  <a:lnTo>
                    <a:pt x="220" y="196"/>
                  </a:lnTo>
                  <a:lnTo>
                    <a:pt x="122" y="294"/>
                  </a:lnTo>
                  <a:lnTo>
                    <a:pt x="73" y="416"/>
                  </a:lnTo>
                  <a:lnTo>
                    <a:pt x="24" y="563"/>
                  </a:lnTo>
                  <a:lnTo>
                    <a:pt x="0" y="709"/>
                  </a:lnTo>
                  <a:lnTo>
                    <a:pt x="0" y="17708"/>
                  </a:lnTo>
                  <a:lnTo>
                    <a:pt x="24" y="17879"/>
                  </a:lnTo>
                  <a:lnTo>
                    <a:pt x="73" y="18025"/>
                  </a:lnTo>
                  <a:lnTo>
                    <a:pt x="122" y="18172"/>
                  </a:lnTo>
                  <a:lnTo>
                    <a:pt x="220" y="18294"/>
                  </a:lnTo>
                  <a:lnTo>
                    <a:pt x="342" y="18416"/>
                  </a:lnTo>
                  <a:lnTo>
                    <a:pt x="489" y="18489"/>
                  </a:lnTo>
                  <a:lnTo>
                    <a:pt x="635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8"/>
                  </a:lnTo>
                  <a:lnTo>
                    <a:pt x="14654" y="18489"/>
                  </a:lnTo>
                  <a:lnTo>
                    <a:pt x="14800" y="18416"/>
                  </a:lnTo>
                  <a:lnTo>
                    <a:pt x="14923" y="18294"/>
                  </a:lnTo>
                  <a:lnTo>
                    <a:pt x="15020" y="18172"/>
                  </a:lnTo>
                  <a:lnTo>
                    <a:pt x="15069" y="18025"/>
                  </a:lnTo>
                  <a:lnTo>
                    <a:pt x="15118" y="17879"/>
                  </a:lnTo>
                  <a:lnTo>
                    <a:pt x="15142" y="17708"/>
                  </a:lnTo>
                  <a:lnTo>
                    <a:pt x="15142" y="17586"/>
                  </a:lnTo>
                  <a:lnTo>
                    <a:pt x="1759" y="17586"/>
                  </a:lnTo>
                  <a:lnTo>
                    <a:pt x="1612" y="17561"/>
                  </a:lnTo>
                  <a:lnTo>
                    <a:pt x="1465" y="17512"/>
                  </a:lnTo>
                  <a:lnTo>
                    <a:pt x="1319" y="17439"/>
                  </a:lnTo>
                  <a:lnTo>
                    <a:pt x="1197" y="17317"/>
                  </a:lnTo>
                  <a:lnTo>
                    <a:pt x="1099" y="17195"/>
                  </a:lnTo>
                  <a:lnTo>
                    <a:pt x="1050" y="17048"/>
                  </a:lnTo>
                  <a:lnTo>
                    <a:pt x="1001" y="16902"/>
                  </a:lnTo>
                  <a:lnTo>
                    <a:pt x="977" y="16731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4;p13">
              <a:extLst>
                <a:ext uri="{FF2B5EF4-FFF2-40B4-BE49-F238E27FC236}">
                  <a16:creationId xmlns:a16="http://schemas.microsoft.com/office/drawing/2014/main" id="{12DEC195-BCAD-D7E5-CFB5-2C5D36979B24}"/>
                </a:ext>
              </a:extLst>
            </p:cNvPr>
            <p:cNvSpPr/>
            <p:nvPr/>
          </p:nvSpPr>
          <p:spPr>
            <a:xfrm>
              <a:off x="621550" y="92257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13140" y="6472"/>
                  </a:moveTo>
                  <a:lnTo>
                    <a:pt x="13238" y="6497"/>
                  </a:lnTo>
                  <a:lnTo>
                    <a:pt x="13311" y="6546"/>
                  </a:lnTo>
                  <a:lnTo>
                    <a:pt x="13360" y="6619"/>
                  </a:lnTo>
                  <a:lnTo>
                    <a:pt x="13384" y="6717"/>
                  </a:lnTo>
                  <a:lnTo>
                    <a:pt x="13360" y="6814"/>
                  </a:lnTo>
                  <a:lnTo>
                    <a:pt x="13311" y="6888"/>
                  </a:lnTo>
                  <a:lnTo>
                    <a:pt x="13238" y="6936"/>
                  </a:lnTo>
                  <a:lnTo>
                    <a:pt x="13140" y="6961"/>
                  </a:lnTo>
                  <a:lnTo>
                    <a:pt x="2003" y="6961"/>
                  </a:lnTo>
                  <a:lnTo>
                    <a:pt x="1905" y="6936"/>
                  </a:lnTo>
                  <a:lnTo>
                    <a:pt x="1832" y="6888"/>
                  </a:lnTo>
                  <a:lnTo>
                    <a:pt x="1783" y="6814"/>
                  </a:lnTo>
                  <a:lnTo>
                    <a:pt x="1759" y="6717"/>
                  </a:lnTo>
                  <a:lnTo>
                    <a:pt x="1783" y="6619"/>
                  </a:lnTo>
                  <a:lnTo>
                    <a:pt x="1832" y="6546"/>
                  </a:lnTo>
                  <a:lnTo>
                    <a:pt x="1905" y="6497"/>
                  </a:lnTo>
                  <a:lnTo>
                    <a:pt x="2003" y="6472"/>
                  </a:lnTo>
                  <a:close/>
                  <a:moveTo>
                    <a:pt x="13238" y="8793"/>
                  </a:moveTo>
                  <a:lnTo>
                    <a:pt x="13311" y="8866"/>
                  </a:lnTo>
                  <a:lnTo>
                    <a:pt x="13360" y="8939"/>
                  </a:lnTo>
                  <a:lnTo>
                    <a:pt x="13384" y="9037"/>
                  </a:lnTo>
                  <a:lnTo>
                    <a:pt x="13360" y="9135"/>
                  </a:lnTo>
                  <a:lnTo>
                    <a:pt x="13311" y="9208"/>
                  </a:lnTo>
                  <a:lnTo>
                    <a:pt x="13238" y="9257"/>
                  </a:lnTo>
                  <a:lnTo>
                    <a:pt x="13140" y="9281"/>
                  </a:lnTo>
                  <a:lnTo>
                    <a:pt x="2003" y="9281"/>
                  </a:lnTo>
                  <a:lnTo>
                    <a:pt x="1905" y="9257"/>
                  </a:lnTo>
                  <a:lnTo>
                    <a:pt x="1832" y="9208"/>
                  </a:lnTo>
                  <a:lnTo>
                    <a:pt x="1783" y="9135"/>
                  </a:lnTo>
                  <a:lnTo>
                    <a:pt x="1759" y="9037"/>
                  </a:lnTo>
                  <a:lnTo>
                    <a:pt x="1783" y="8939"/>
                  </a:lnTo>
                  <a:lnTo>
                    <a:pt x="1832" y="8866"/>
                  </a:lnTo>
                  <a:lnTo>
                    <a:pt x="1905" y="8793"/>
                  </a:lnTo>
                  <a:close/>
                  <a:moveTo>
                    <a:pt x="13140" y="11088"/>
                  </a:moveTo>
                  <a:lnTo>
                    <a:pt x="13238" y="11113"/>
                  </a:lnTo>
                  <a:lnTo>
                    <a:pt x="13311" y="11162"/>
                  </a:lnTo>
                  <a:lnTo>
                    <a:pt x="13360" y="11235"/>
                  </a:lnTo>
                  <a:lnTo>
                    <a:pt x="13384" y="11333"/>
                  </a:lnTo>
                  <a:lnTo>
                    <a:pt x="13360" y="11430"/>
                  </a:lnTo>
                  <a:lnTo>
                    <a:pt x="13311" y="11504"/>
                  </a:lnTo>
                  <a:lnTo>
                    <a:pt x="13238" y="11552"/>
                  </a:lnTo>
                  <a:lnTo>
                    <a:pt x="13140" y="11577"/>
                  </a:lnTo>
                  <a:lnTo>
                    <a:pt x="2003" y="11577"/>
                  </a:lnTo>
                  <a:lnTo>
                    <a:pt x="1905" y="11552"/>
                  </a:lnTo>
                  <a:lnTo>
                    <a:pt x="1832" y="11504"/>
                  </a:lnTo>
                  <a:lnTo>
                    <a:pt x="1783" y="11430"/>
                  </a:lnTo>
                  <a:lnTo>
                    <a:pt x="1759" y="11333"/>
                  </a:lnTo>
                  <a:lnTo>
                    <a:pt x="1783" y="11235"/>
                  </a:lnTo>
                  <a:lnTo>
                    <a:pt x="1832" y="11162"/>
                  </a:lnTo>
                  <a:lnTo>
                    <a:pt x="1905" y="11113"/>
                  </a:lnTo>
                  <a:lnTo>
                    <a:pt x="2003" y="11088"/>
                  </a:lnTo>
                  <a:close/>
                  <a:moveTo>
                    <a:pt x="8255" y="13409"/>
                  </a:moveTo>
                  <a:lnTo>
                    <a:pt x="8353" y="13433"/>
                  </a:lnTo>
                  <a:lnTo>
                    <a:pt x="8426" y="13482"/>
                  </a:lnTo>
                  <a:lnTo>
                    <a:pt x="8475" y="13555"/>
                  </a:lnTo>
                  <a:lnTo>
                    <a:pt x="8500" y="13653"/>
                  </a:lnTo>
                  <a:lnTo>
                    <a:pt x="8475" y="13750"/>
                  </a:lnTo>
                  <a:lnTo>
                    <a:pt x="8426" y="13824"/>
                  </a:lnTo>
                  <a:lnTo>
                    <a:pt x="8353" y="13873"/>
                  </a:lnTo>
                  <a:lnTo>
                    <a:pt x="8255" y="13897"/>
                  </a:lnTo>
                  <a:lnTo>
                    <a:pt x="2003" y="13897"/>
                  </a:lnTo>
                  <a:lnTo>
                    <a:pt x="1905" y="13873"/>
                  </a:lnTo>
                  <a:lnTo>
                    <a:pt x="1832" y="13824"/>
                  </a:lnTo>
                  <a:lnTo>
                    <a:pt x="1783" y="13750"/>
                  </a:lnTo>
                  <a:lnTo>
                    <a:pt x="1759" y="13653"/>
                  </a:lnTo>
                  <a:lnTo>
                    <a:pt x="1783" y="13555"/>
                  </a:lnTo>
                  <a:lnTo>
                    <a:pt x="1832" y="13482"/>
                  </a:lnTo>
                  <a:lnTo>
                    <a:pt x="1905" y="13433"/>
                  </a:lnTo>
                  <a:lnTo>
                    <a:pt x="2003" y="13409"/>
                  </a:lnTo>
                  <a:close/>
                  <a:moveTo>
                    <a:pt x="635" y="0"/>
                  </a:moveTo>
                  <a:lnTo>
                    <a:pt x="489" y="49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3" y="342"/>
                  </a:lnTo>
                  <a:lnTo>
                    <a:pt x="74" y="464"/>
                  </a:lnTo>
                  <a:lnTo>
                    <a:pt x="25" y="611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5" y="17927"/>
                  </a:lnTo>
                  <a:lnTo>
                    <a:pt x="74" y="18073"/>
                  </a:lnTo>
                  <a:lnTo>
                    <a:pt x="123" y="18195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95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5" y="3835"/>
                  </a:lnTo>
                  <a:lnTo>
                    <a:pt x="12065" y="3761"/>
                  </a:lnTo>
                  <a:lnTo>
                    <a:pt x="11846" y="3639"/>
                  </a:lnTo>
                  <a:lnTo>
                    <a:pt x="11650" y="3468"/>
                  </a:lnTo>
                  <a:lnTo>
                    <a:pt x="11504" y="3297"/>
                  </a:lnTo>
                  <a:lnTo>
                    <a:pt x="11382" y="3078"/>
                  </a:lnTo>
                  <a:lnTo>
                    <a:pt x="11308" y="2833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5;p13">
              <a:extLst>
                <a:ext uri="{FF2B5EF4-FFF2-40B4-BE49-F238E27FC236}">
                  <a16:creationId xmlns:a16="http://schemas.microsoft.com/office/drawing/2014/main" id="{AB775B5B-C950-29B1-18D0-6967AE3E539F}"/>
                </a:ext>
              </a:extLst>
            </p:cNvPr>
            <p:cNvSpPr/>
            <p:nvPr/>
          </p:nvSpPr>
          <p:spPr>
            <a:xfrm>
              <a:off x="915850" y="922575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0" y="0"/>
                  </a:moveTo>
                  <a:lnTo>
                    <a:pt x="0" y="2589"/>
                  </a:lnTo>
                  <a:lnTo>
                    <a:pt x="0" y="2736"/>
                  </a:lnTo>
                  <a:lnTo>
                    <a:pt x="49" y="2882"/>
                  </a:lnTo>
                  <a:lnTo>
                    <a:pt x="122" y="3029"/>
                  </a:lnTo>
                  <a:lnTo>
                    <a:pt x="220" y="3126"/>
                  </a:lnTo>
                  <a:lnTo>
                    <a:pt x="342" y="3224"/>
                  </a:lnTo>
                  <a:lnTo>
                    <a:pt x="464" y="3297"/>
                  </a:lnTo>
                  <a:lnTo>
                    <a:pt x="611" y="3346"/>
                  </a:lnTo>
                  <a:lnTo>
                    <a:pt x="782" y="3371"/>
                  </a:lnTo>
                  <a:lnTo>
                    <a:pt x="3371" y="3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B0F5B1D7-EEBF-31C6-3FAA-9DD0DFD468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0655" y="1651686"/>
            <a:ext cx="3554628" cy="355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586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52E7-59B7-2E1A-26B9-F9E669660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solidFill>
                  <a:schemeClr val="accent4"/>
                </a:solidFill>
                <a:latin typeface="+mn-lt"/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C6DD7-C4EE-F30B-5DDE-0F1AFB714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53" y="1814992"/>
            <a:ext cx="6732181" cy="4926049"/>
          </a:xfrm>
        </p:spPr>
        <p:txBody>
          <a:bodyPr>
            <a:normAutofit lnSpcReduction="10000"/>
          </a:bodyPr>
          <a:lstStyle/>
          <a:p>
            <a:r>
              <a:rPr lang="en-US" sz="2200" b="1" dirty="0">
                <a:ea typeface="+mj-ea"/>
                <a:cs typeface="+mj-cs"/>
              </a:rPr>
              <a:t>According to Isabel Morales’ research, the foot impedance plethysmography was carried out with two distinct kinds of electrodes, using 1mA/10kHz and finding the impedance of the foot.</a:t>
            </a:r>
          </a:p>
          <a:p>
            <a:r>
              <a:rPr lang="en-US" sz="2200" b="1" dirty="0">
                <a:ea typeface="+mj-ea"/>
                <a:cs typeface="+mj-cs"/>
              </a:rPr>
              <a:t>In this study </a:t>
            </a:r>
            <a:r>
              <a:rPr lang="en-US" sz="2200" b="1" dirty="0" err="1">
                <a:ea typeface="+mj-ea"/>
                <a:cs typeface="+mj-cs"/>
              </a:rPr>
              <a:t>Piuzzi</a:t>
            </a:r>
            <a:r>
              <a:rPr lang="en-US" sz="2200" b="1" dirty="0">
                <a:ea typeface="+mj-ea"/>
                <a:cs typeface="+mj-cs"/>
              </a:rPr>
              <a:t> research is an ultimate technique selected that makes use of a current with a frequency of 50 kHz that is injected into the thorax of the subject using a couple of textile electrodes.</a:t>
            </a:r>
          </a:p>
          <a:p>
            <a:r>
              <a:rPr lang="en-US" sz="2200" b="1" dirty="0">
                <a:ea typeface="+mj-ea"/>
                <a:cs typeface="+mj-cs"/>
              </a:rPr>
              <a:t>In this study of Ramkumar &amp; Babu, blood flow was performed using a fuzzy logic toolbox with many different activities, measured before and after the 25 seconds of breath-holding activity. The plethysmographic waveform of forearm impedance can be used to analyze the changes in a heartbeat that are correlated with the changes in heart stroke volume.</a:t>
            </a:r>
          </a:p>
          <a:p>
            <a:endParaRPr lang="en-US" dirty="0"/>
          </a:p>
        </p:txBody>
      </p:sp>
      <p:pic>
        <p:nvPicPr>
          <p:cNvPr id="4" name="image35.png" descr="Diagram&#10;&#10;Description automatically generated">
            <a:extLst>
              <a:ext uri="{FF2B5EF4-FFF2-40B4-BE49-F238E27FC236}">
                <a16:creationId xmlns:a16="http://schemas.microsoft.com/office/drawing/2014/main" id="{F470CF01-6D69-B650-3DEC-355B62D8D9A9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143334" y="1690688"/>
            <a:ext cx="4767263" cy="2938499"/>
          </a:xfrm>
          <a:prstGeom prst="rect">
            <a:avLst/>
          </a:prstGeom>
          <a:ln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76A8C7-526B-E8B5-D057-828975FD6400}"/>
              </a:ext>
            </a:extLst>
          </p:cNvPr>
          <p:cNvSpPr txBox="1"/>
          <p:nvPr/>
        </p:nvSpPr>
        <p:spPr>
          <a:xfrm>
            <a:off x="7315199" y="4613314"/>
            <a:ext cx="467543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i="1" dirty="0">
                <a:effectLst/>
                <a:ea typeface="Times New Roman" panose="02020603050405020304" pitchFamily="18" charset="0"/>
              </a:rPr>
              <a:t>Source: </a:t>
            </a:r>
            <a:r>
              <a:rPr lang="en-US" sz="1000" i="1" dirty="0">
                <a:effectLst/>
                <a:ea typeface="Times New Roman" panose="02020603050405020304" pitchFamily="18" charset="0"/>
              </a:rPr>
              <a:t>Morales, I., Gonzalez-</a:t>
            </a:r>
            <a:r>
              <a:rPr lang="en-US" sz="1000" i="1" dirty="0" err="1">
                <a:effectLst/>
                <a:ea typeface="Times New Roman" panose="02020603050405020304" pitchFamily="18" charset="0"/>
              </a:rPr>
              <a:t>Landaeta</a:t>
            </a:r>
            <a:r>
              <a:rPr lang="en-US" sz="1000" i="1" dirty="0">
                <a:effectLst/>
                <a:ea typeface="Times New Roman" panose="02020603050405020304" pitchFamily="18" charset="0"/>
              </a:rPr>
              <a:t>, R., &amp; </a:t>
            </a:r>
            <a:r>
              <a:rPr lang="en-US" sz="1000" i="1" dirty="0" err="1">
                <a:effectLst/>
                <a:ea typeface="Times New Roman" panose="02020603050405020304" pitchFamily="18" charset="0"/>
              </a:rPr>
              <a:t>Simini</a:t>
            </a:r>
            <a:r>
              <a:rPr lang="en-US" sz="1000" i="1" dirty="0">
                <a:effectLst/>
                <a:ea typeface="Times New Roman" panose="02020603050405020304" pitchFamily="18" charset="0"/>
              </a:rPr>
              <a:t>, F. . Pressure sensors used as bioimpedance plantar electrodes: A feasibility study. 2021 IEEE International Symposium on Medical Measurements and Applications, </a:t>
            </a:r>
            <a:endParaRPr lang="en-US" sz="1000" i="1" dirty="0"/>
          </a:p>
        </p:txBody>
      </p:sp>
    </p:spTree>
    <p:extLst>
      <p:ext uri="{BB962C8B-B14F-4D97-AF65-F5344CB8AC3E}">
        <p14:creationId xmlns:p14="http://schemas.microsoft.com/office/powerpoint/2010/main" val="2315878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E8999-9166-7110-AF21-4608C6777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solidFill>
                  <a:schemeClr val="accent4"/>
                </a:solidFill>
                <a:latin typeface="+mn-lt"/>
              </a:rPr>
              <a:t>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1E178-83DE-8C21-34B7-FA9238CB2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b="1" dirty="0"/>
              <a:t>In this work we are investigating using multiple electrodes to see the additional data going to make testing easier.</a:t>
            </a:r>
          </a:p>
          <a:p>
            <a:pPr marL="0" indent="0">
              <a:buNone/>
            </a:pPr>
            <a:endParaRPr lang="en-US" sz="3000" b="1" dirty="0"/>
          </a:p>
          <a:p>
            <a:r>
              <a:rPr lang="en-US" sz="3000" b="1" dirty="0">
                <a:effectLst/>
                <a:ea typeface="Times New Roman" panose="02020603050405020304" pitchFamily="18" charset="0"/>
              </a:rPr>
              <a:t>Our research is primarily focusing on the amount of blood flow through the finger of the upper limb for diabetic patients.</a:t>
            </a:r>
          </a:p>
          <a:p>
            <a:pPr marL="0" indent="0">
              <a:buNone/>
            </a:pPr>
            <a:endParaRPr lang="en-US" sz="3000" b="1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702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FC532-CEEC-E9AF-E667-1CFB5344D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solidFill>
                  <a:schemeClr val="accent4"/>
                </a:solidFill>
                <a:latin typeface="+mn-lt"/>
              </a:rPr>
              <a:t>COMSOL Multiphysics 5.6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0822F-8908-CB34-B3A2-1A7A2D05D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b="1" dirty="0"/>
              <a:t>We are using COMSOL Model physics to investigate the tests.</a:t>
            </a:r>
          </a:p>
          <a:p>
            <a:r>
              <a:rPr lang="en-US" b="1" dirty="0"/>
              <a:t>The geometrical model of the test is on the 2D dimension.</a:t>
            </a:r>
          </a:p>
          <a:p>
            <a:r>
              <a:rPr lang="en-US" b="1" dirty="0"/>
              <a:t>In the COMSOL we are using electrical current physics and we are choosing the frequency domain.</a:t>
            </a:r>
          </a:p>
        </p:txBody>
      </p:sp>
      <p:pic>
        <p:nvPicPr>
          <p:cNvPr id="4" name="image34.png">
            <a:extLst>
              <a:ext uri="{FF2B5EF4-FFF2-40B4-BE49-F238E27FC236}">
                <a16:creationId xmlns:a16="http://schemas.microsoft.com/office/drawing/2014/main" id="{E4D841B0-52F6-CED7-9EC6-004749054C4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308176" y="1825625"/>
            <a:ext cx="5301615" cy="3152775"/>
          </a:xfrm>
          <a:prstGeom prst="roundRect">
            <a:avLst>
              <a:gd name="adj" fmla="val 16667"/>
            </a:avLst>
          </a:prstGeom>
          <a:ln w="9525">
            <a:solidFill>
              <a:schemeClr val="tx1"/>
            </a:solidFill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694986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B5D63-85CD-ECA9-D48E-D202D651D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6000" b="1" dirty="0">
                <a:solidFill>
                  <a:srgbClr val="FFB600"/>
                </a:solidFill>
                <a:latin typeface="+mn-lt"/>
              </a:rPr>
              <a:t>Geometrical Model</a:t>
            </a:r>
            <a:endParaRPr lang="en-US" sz="6000" b="1" dirty="0">
              <a:latin typeface="+mn-lt"/>
            </a:endParaRPr>
          </a:p>
        </p:txBody>
      </p:sp>
      <p:grpSp>
        <p:nvGrpSpPr>
          <p:cNvPr id="4" name="Google Shape;477;p38">
            <a:extLst>
              <a:ext uri="{FF2B5EF4-FFF2-40B4-BE49-F238E27FC236}">
                <a16:creationId xmlns:a16="http://schemas.microsoft.com/office/drawing/2014/main" id="{6A3CC2BE-17EC-726F-44CA-2A22B2F931EA}"/>
              </a:ext>
            </a:extLst>
          </p:cNvPr>
          <p:cNvGrpSpPr/>
          <p:nvPr/>
        </p:nvGrpSpPr>
        <p:grpSpPr>
          <a:xfrm>
            <a:off x="11068494" y="365125"/>
            <a:ext cx="787338" cy="812065"/>
            <a:chOff x="1922078" y="1629000"/>
            <a:chExt cx="437197" cy="437200"/>
          </a:xfrm>
        </p:grpSpPr>
        <p:sp>
          <p:nvSpPr>
            <p:cNvPr id="5" name="Google Shape;478;p38">
              <a:extLst>
                <a:ext uri="{FF2B5EF4-FFF2-40B4-BE49-F238E27FC236}">
                  <a16:creationId xmlns:a16="http://schemas.microsoft.com/office/drawing/2014/main" id="{40042BA8-B0BE-150D-2567-2963E83F90EC}"/>
                </a:ext>
              </a:extLst>
            </p:cNvPr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79;p38">
              <a:extLst>
                <a:ext uri="{FF2B5EF4-FFF2-40B4-BE49-F238E27FC236}">
                  <a16:creationId xmlns:a16="http://schemas.microsoft.com/office/drawing/2014/main" id="{8D46C84E-78CB-B7AE-E639-0FCEADD12FEF}"/>
                </a:ext>
              </a:extLst>
            </p:cNvPr>
            <p:cNvSpPr/>
            <p:nvPr/>
          </p:nvSpPr>
          <p:spPr>
            <a:xfrm>
              <a:off x="1922078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image26.png" descr="Diagram, engineering drawing&#10;&#10;Description automatically generated">
            <a:extLst>
              <a:ext uri="{FF2B5EF4-FFF2-40B4-BE49-F238E27FC236}">
                <a16:creationId xmlns:a16="http://schemas.microsoft.com/office/drawing/2014/main" id="{1F39530B-3021-9CBC-3733-77A514CCC5E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880344" y="1690688"/>
            <a:ext cx="6975487" cy="4346022"/>
          </a:xfrm>
          <a:prstGeom prst="rect">
            <a:avLst/>
          </a:prstGeom>
          <a:ln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7A061E-4DF6-AD91-E2E4-71183F207695}"/>
              </a:ext>
            </a:extLst>
          </p:cNvPr>
          <p:cNvSpPr txBox="1"/>
          <p:nvPr/>
        </p:nvSpPr>
        <p:spPr>
          <a:xfrm>
            <a:off x="336169" y="2030818"/>
            <a:ext cx="396594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This geometry model was constructed to demonstrate the internal structure of the forefinger.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Electrodes numbering 1,2,3 and 4 are attached to the surface of the forefinger.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This way it is easier for our software to detect the best frequency penetrated across the layers.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40386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9CD47-B86C-26A6-EAD5-6BB674FC5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528" y="1258348"/>
            <a:ext cx="10922372" cy="693951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B600"/>
                </a:solidFill>
                <a:latin typeface="+mn-lt"/>
              </a:rPr>
              <a:t>Frequency-Dependent Tissue Properties</a:t>
            </a:r>
            <a:br>
              <a:rPr lang="en-US" sz="6000" b="1" dirty="0">
                <a:latin typeface="+mn-lt"/>
              </a:rPr>
            </a:br>
            <a:endParaRPr lang="en-US" sz="6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807CC-99A3-F2C0-8BA1-DA63DF86F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57951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layers presented in the geometrical model namely:</a:t>
            </a:r>
            <a:br>
              <a:rPr lang="en-US" dirty="0"/>
            </a:br>
            <a:r>
              <a:rPr lang="en-US" dirty="0"/>
              <a:t>skin, fat, muscle, bone, and artery will produce different values at different frequencies.</a:t>
            </a:r>
          </a:p>
          <a:p>
            <a:endParaRPr lang="en-US" dirty="0"/>
          </a:p>
          <a:p>
            <a:r>
              <a:rPr lang="en-US" dirty="0"/>
              <a:t>A theoretical view of these values is shown.</a:t>
            </a:r>
          </a:p>
          <a:p>
            <a:endParaRPr lang="en-US" dirty="0"/>
          </a:p>
          <a:p>
            <a:r>
              <a:rPr lang="en-US" dirty="0"/>
              <a:t>Depicting permittivity and conductivity. </a:t>
            </a: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B7CAC27F-69B6-B50B-4958-85B4C09A1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434" y="2150604"/>
            <a:ext cx="6495424" cy="1794768"/>
          </a:xfrm>
          <a:prstGeom prst="rect">
            <a:avLst/>
          </a:prstGeom>
        </p:spPr>
      </p:pic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B258A8C6-FC1E-5D33-F1F7-21BF77296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293" y="4270350"/>
            <a:ext cx="6559707" cy="17947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234BBC-12FF-3F29-0041-FDB3E92D64E1}"/>
              </a:ext>
            </a:extLst>
          </p:cNvPr>
          <p:cNvSpPr txBox="1"/>
          <p:nvPr/>
        </p:nvSpPr>
        <p:spPr>
          <a:xfrm>
            <a:off x="6097930" y="1692530"/>
            <a:ext cx="609407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dielectric properties of tissues at different frequencies: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03F4DD-8AC3-AABE-8CCA-B10C6AEA37E9}"/>
              </a:ext>
            </a:extLst>
          </p:cNvPr>
          <p:cNvSpPr txBox="1"/>
          <p:nvPr/>
        </p:nvSpPr>
        <p:spPr>
          <a:xfrm>
            <a:off x="5860086" y="3812276"/>
            <a:ext cx="6097772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arenBoth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Electrical conductivity (S/m)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E3E450-6D09-9792-0D4F-A7C3D76B6023}"/>
              </a:ext>
            </a:extLst>
          </p:cNvPr>
          <p:cNvSpPr txBox="1"/>
          <p:nvPr/>
        </p:nvSpPr>
        <p:spPr>
          <a:xfrm>
            <a:off x="5892228" y="5991717"/>
            <a:ext cx="6097772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arenBoth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Electrical permittivity</a:t>
            </a:r>
          </a:p>
        </p:txBody>
      </p:sp>
      <p:grpSp>
        <p:nvGrpSpPr>
          <p:cNvPr id="6" name="Google Shape;477;p38">
            <a:extLst>
              <a:ext uri="{FF2B5EF4-FFF2-40B4-BE49-F238E27FC236}">
                <a16:creationId xmlns:a16="http://schemas.microsoft.com/office/drawing/2014/main" id="{8FB95F44-B542-2E6F-E543-F77EF37256D6}"/>
              </a:ext>
            </a:extLst>
          </p:cNvPr>
          <p:cNvGrpSpPr/>
          <p:nvPr/>
        </p:nvGrpSpPr>
        <p:grpSpPr>
          <a:xfrm>
            <a:off x="11341472" y="738064"/>
            <a:ext cx="719132" cy="737375"/>
            <a:chOff x="1922078" y="1629000"/>
            <a:chExt cx="437197" cy="437200"/>
          </a:xfrm>
        </p:grpSpPr>
        <p:sp>
          <p:nvSpPr>
            <p:cNvPr id="8" name="Google Shape;478;p38">
              <a:extLst>
                <a:ext uri="{FF2B5EF4-FFF2-40B4-BE49-F238E27FC236}">
                  <a16:creationId xmlns:a16="http://schemas.microsoft.com/office/drawing/2014/main" id="{5B5533A5-4D9E-CEBA-93FA-83133DB3287F}"/>
                </a:ext>
              </a:extLst>
            </p:cNvPr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79;p38">
              <a:extLst>
                <a:ext uri="{FF2B5EF4-FFF2-40B4-BE49-F238E27FC236}">
                  <a16:creationId xmlns:a16="http://schemas.microsoft.com/office/drawing/2014/main" id="{04FC7DEE-EBCB-6B4B-3AC8-EC39E8F954C3}"/>
                </a:ext>
              </a:extLst>
            </p:cNvPr>
            <p:cNvSpPr/>
            <p:nvPr/>
          </p:nvSpPr>
          <p:spPr>
            <a:xfrm>
              <a:off x="1922078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8114381-C1CA-592F-C744-084409DB1129}"/>
              </a:ext>
            </a:extLst>
          </p:cNvPr>
          <p:cNvSpPr txBox="1"/>
          <p:nvPr/>
        </p:nvSpPr>
        <p:spPr>
          <a:xfrm>
            <a:off x="6217388" y="6359524"/>
            <a:ext cx="6097772" cy="421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ea typeface="Times New Roman" panose="02020603050405020304" pitchFamily="18" charset="0"/>
              </a:rPr>
              <a:t>Source: </a:t>
            </a:r>
            <a:r>
              <a:rPr lang="en-US" sz="1600" i="1" dirty="0">
                <a:effectLst/>
                <a:ea typeface="Times New Roman" panose="02020603050405020304" pitchFamily="18" charset="0"/>
              </a:rPr>
              <a:t>(Tissue Frequency Chart » IT’IS Foundation, n.d.)</a:t>
            </a:r>
          </a:p>
        </p:txBody>
      </p:sp>
    </p:spTree>
    <p:extLst>
      <p:ext uri="{BB962C8B-B14F-4D97-AF65-F5344CB8AC3E}">
        <p14:creationId xmlns:p14="http://schemas.microsoft.com/office/powerpoint/2010/main" val="595221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BA0F9-3680-1102-1408-B112CB8D9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6000" b="1" dirty="0">
                <a:solidFill>
                  <a:srgbClr val="FFB600"/>
                </a:solidFill>
                <a:latin typeface="+mn-lt"/>
              </a:rPr>
              <a:t>Simulation Results</a:t>
            </a:r>
            <a:endParaRPr lang="en-US" sz="6000" b="1" dirty="0">
              <a:latin typeface="+mn-lt"/>
            </a:endParaRPr>
          </a:p>
        </p:txBody>
      </p:sp>
      <p:grpSp>
        <p:nvGrpSpPr>
          <p:cNvPr id="4" name="Google Shape;576;p38">
            <a:extLst>
              <a:ext uri="{FF2B5EF4-FFF2-40B4-BE49-F238E27FC236}">
                <a16:creationId xmlns:a16="http://schemas.microsoft.com/office/drawing/2014/main" id="{BC84010B-D3D5-388C-6898-E53D7EC2CF16}"/>
              </a:ext>
            </a:extLst>
          </p:cNvPr>
          <p:cNvGrpSpPr/>
          <p:nvPr/>
        </p:nvGrpSpPr>
        <p:grpSpPr>
          <a:xfrm>
            <a:off x="11047228" y="489098"/>
            <a:ext cx="880680" cy="843061"/>
            <a:chOff x="3936375" y="3703750"/>
            <a:chExt cx="453050" cy="332175"/>
          </a:xfrm>
        </p:grpSpPr>
        <p:sp>
          <p:nvSpPr>
            <p:cNvPr id="5" name="Google Shape;577;p38">
              <a:extLst>
                <a:ext uri="{FF2B5EF4-FFF2-40B4-BE49-F238E27FC236}">
                  <a16:creationId xmlns:a16="http://schemas.microsoft.com/office/drawing/2014/main" id="{1825DA95-D1F4-9125-D169-34E053788649}"/>
                </a:ext>
              </a:extLst>
            </p:cNvPr>
            <p:cNvSpPr/>
            <p:nvPr/>
          </p:nvSpPr>
          <p:spPr>
            <a:xfrm>
              <a:off x="3936375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78;p38">
              <a:extLst>
                <a:ext uri="{FF2B5EF4-FFF2-40B4-BE49-F238E27FC236}">
                  <a16:creationId xmlns:a16="http://schemas.microsoft.com/office/drawing/2014/main" id="{F71C9930-C4CF-8F19-97A9-94C19B8BE6C8}"/>
                </a:ext>
              </a:extLst>
            </p:cNvPr>
            <p:cNvSpPr/>
            <p:nvPr/>
          </p:nvSpPr>
          <p:spPr>
            <a:xfrm>
              <a:off x="3988875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79;p38">
              <a:extLst>
                <a:ext uri="{FF2B5EF4-FFF2-40B4-BE49-F238E27FC236}">
                  <a16:creationId xmlns:a16="http://schemas.microsoft.com/office/drawing/2014/main" id="{F2DA92B1-15B5-4507-66E1-B425626CA5D2}"/>
                </a:ext>
              </a:extLst>
            </p:cNvPr>
            <p:cNvSpPr/>
            <p:nvPr/>
          </p:nvSpPr>
          <p:spPr>
            <a:xfrm>
              <a:off x="4259350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80;p38">
              <a:extLst>
                <a:ext uri="{FF2B5EF4-FFF2-40B4-BE49-F238E27FC236}">
                  <a16:creationId xmlns:a16="http://schemas.microsoft.com/office/drawing/2014/main" id="{E8446F2D-D5F3-3C13-CC28-D71DF481E8C4}"/>
                </a:ext>
              </a:extLst>
            </p:cNvPr>
            <p:cNvSpPr/>
            <p:nvPr/>
          </p:nvSpPr>
          <p:spPr>
            <a:xfrm>
              <a:off x="4078625" y="3717800"/>
              <a:ext cx="77575" cy="279650"/>
            </a:xfrm>
            <a:custGeom>
              <a:avLst/>
              <a:gdLst/>
              <a:ahLst/>
              <a:cxnLst/>
              <a:rect l="l" t="t" r="r" b="b"/>
              <a:pathLst>
                <a:path w="3103" h="1118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81;p38">
              <a:extLst>
                <a:ext uri="{FF2B5EF4-FFF2-40B4-BE49-F238E27FC236}">
                  <a16:creationId xmlns:a16="http://schemas.microsoft.com/office/drawing/2014/main" id="{846389B7-5F4B-D337-C473-F7E0447B8E03}"/>
                </a:ext>
              </a:extLst>
            </p:cNvPr>
            <p:cNvSpPr/>
            <p:nvPr/>
          </p:nvSpPr>
          <p:spPr>
            <a:xfrm>
              <a:off x="4168375" y="3788625"/>
              <a:ext cx="78175" cy="208825"/>
            </a:xfrm>
            <a:custGeom>
              <a:avLst/>
              <a:gdLst/>
              <a:ahLst/>
              <a:cxnLst/>
              <a:rect l="l" t="t" r="r" b="b"/>
              <a:pathLst>
                <a:path w="3127" h="8353" extrusionOk="0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913BF7E2-4D04-44EB-99FE-8A95522C73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5664694"/>
              </p:ext>
            </p:extLst>
          </p:nvPr>
        </p:nvGraphicFramePr>
        <p:xfrm>
          <a:off x="460957" y="2144910"/>
          <a:ext cx="6047468" cy="36257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7E76FE69-AFF1-4904-904A-70E1055AD2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2263651"/>
              </p:ext>
            </p:extLst>
          </p:nvPr>
        </p:nvGraphicFramePr>
        <p:xfrm>
          <a:off x="6392064" y="2208287"/>
          <a:ext cx="5637993" cy="3785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CEEEA4C-047F-9010-9297-02498942FF9F}"/>
              </a:ext>
            </a:extLst>
          </p:cNvPr>
          <p:cNvSpPr txBox="1">
            <a:spLocks/>
          </p:cNvSpPr>
          <p:nvPr/>
        </p:nvSpPr>
        <p:spPr>
          <a:xfrm>
            <a:off x="416529" y="1758156"/>
            <a:ext cx="5931107" cy="97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When the heart is diastolic condition.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A52CA12-6608-02E9-89F1-5016FA79F05F}"/>
              </a:ext>
            </a:extLst>
          </p:cNvPr>
          <p:cNvSpPr txBox="1">
            <a:spLocks/>
          </p:cNvSpPr>
          <p:nvPr/>
        </p:nvSpPr>
        <p:spPr>
          <a:xfrm>
            <a:off x="6260893" y="1786381"/>
            <a:ext cx="5931107" cy="97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When the heart is systolic condition.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50DE6B-C08D-087D-A385-56B43FF89F90}"/>
              </a:ext>
            </a:extLst>
          </p:cNvPr>
          <p:cNvSpPr txBox="1"/>
          <p:nvPr/>
        </p:nvSpPr>
        <p:spPr>
          <a:xfrm>
            <a:off x="577538" y="5770611"/>
            <a:ext cx="116144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Artery expands 15% of its original value, because when the heart pumps and supplies blood to the artery then the artery size will be expanded.  </a:t>
            </a:r>
          </a:p>
        </p:txBody>
      </p:sp>
    </p:spTree>
    <p:extLst>
      <p:ext uri="{BB962C8B-B14F-4D97-AF65-F5344CB8AC3E}">
        <p14:creationId xmlns:p14="http://schemas.microsoft.com/office/powerpoint/2010/main" val="60774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BA0F9-3680-1102-1408-B112CB8D9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6000" b="1" dirty="0">
                <a:solidFill>
                  <a:srgbClr val="FFB600"/>
                </a:solidFill>
                <a:latin typeface="+mn-lt"/>
              </a:rPr>
              <a:t>Simulation Results</a:t>
            </a:r>
            <a:endParaRPr lang="en-US" sz="6000" b="1" dirty="0">
              <a:latin typeface="+mn-lt"/>
            </a:endParaRPr>
          </a:p>
        </p:txBody>
      </p:sp>
      <p:grpSp>
        <p:nvGrpSpPr>
          <p:cNvPr id="4" name="Google Shape;576;p38">
            <a:extLst>
              <a:ext uri="{FF2B5EF4-FFF2-40B4-BE49-F238E27FC236}">
                <a16:creationId xmlns:a16="http://schemas.microsoft.com/office/drawing/2014/main" id="{BC84010B-D3D5-388C-6898-E53D7EC2CF16}"/>
              </a:ext>
            </a:extLst>
          </p:cNvPr>
          <p:cNvGrpSpPr/>
          <p:nvPr/>
        </p:nvGrpSpPr>
        <p:grpSpPr>
          <a:xfrm>
            <a:off x="10909005" y="254029"/>
            <a:ext cx="978107" cy="818032"/>
            <a:chOff x="3936375" y="3703750"/>
            <a:chExt cx="453050" cy="332175"/>
          </a:xfrm>
        </p:grpSpPr>
        <p:sp>
          <p:nvSpPr>
            <p:cNvPr id="5" name="Google Shape;577;p38">
              <a:extLst>
                <a:ext uri="{FF2B5EF4-FFF2-40B4-BE49-F238E27FC236}">
                  <a16:creationId xmlns:a16="http://schemas.microsoft.com/office/drawing/2014/main" id="{1825DA95-D1F4-9125-D169-34E053788649}"/>
                </a:ext>
              </a:extLst>
            </p:cNvPr>
            <p:cNvSpPr/>
            <p:nvPr/>
          </p:nvSpPr>
          <p:spPr>
            <a:xfrm>
              <a:off x="3936375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78;p38">
              <a:extLst>
                <a:ext uri="{FF2B5EF4-FFF2-40B4-BE49-F238E27FC236}">
                  <a16:creationId xmlns:a16="http://schemas.microsoft.com/office/drawing/2014/main" id="{F71C9930-C4CF-8F19-97A9-94C19B8BE6C8}"/>
                </a:ext>
              </a:extLst>
            </p:cNvPr>
            <p:cNvSpPr/>
            <p:nvPr/>
          </p:nvSpPr>
          <p:spPr>
            <a:xfrm>
              <a:off x="3988875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79;p38">
              <a:extLst>
                <a:ext uri="{FF2B5EF4-FFF2-40B4-BE49-F238E27FC236}">
                  <a16:creationId xmlns:a16="http://schemas.microsoft.com/office/drawing/2014/main" id="{F2DA92B1-15B5-4507-66E1-B425626CA5D2}"/>
                </a:ext>
              </a:extLst>
            </p:cNvPr>
            <p:cNvSpPr/>
            <p:nvPr/>
          </p:nvSpPr>
          <p:spPr>
            <a:xfrm>
              <a:off x="4259350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80;p38">
              <a:extLst>
                <a:ext uri="{FF2B5EF4-FFF2-40B4-BE49-F238E27FC236}">
                  <a16:creationId xmlns:a16="http://schemas.microsoft.com/office/drawing/2014/main" id="{E8446F2D-D5F3-3C13-CC28-D71DF481E8C4}"/>
                </a:ext>
              </a:extLst>
            </p:cNvPr>
            <p:cNvSpPr/>
            <p:nvPr/>
          </p:nvSpPr>
          <p:spPr>
            <a:xfrm>
              <a:off x="4078625" y="3717800"/>
              <a:ext cx="77575" cy="279650"/>
            </a:xfrm>
            <a:custGeom>
              <a:avLst/>
              <a:gdLst/>
              <a:ahLst/>
              <a:cxnLst/>
              <a:rect l="l" t="t" r="r" b="b"/>
              <a:pathLst>
                <a:path w="3103" h="1118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81;p38">
              <a:extLst>
                <a:ext uri="{FF2B5EF4-FFF2-40B4-BE49-F238E27FC236}">
                  <a16:creationId xmlns:a16="http://schemas.microsoft.com/office/drawing/2014/main" id="{846389B7-5F4B-D337-C473-F7E0447B8E03}"/>
                </a:ext>
              </a:extLst>
            </p:cNvPr>
            <p:cNvSpPr/>
            <p:nvPr/>
          </p:nvSpPr>
          <p:spPr>
            <a:xfrm>
              <a:off x="4168375" y="3788625"/>
              <a:ext cx="78175" cy="208825"/>
            </a:xfrm>
            <a:custGeom>
              <a:avLst/>
              <a:gdLst/>
              <a:ahLst/>
              <a:cxnLst/>
              <a:rect l="l" t="t" r="r" b="b"/>
              <a:pathLst>
                <a:path w="3127" h="8353" extrusionOk="0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CEEEA4C-047F-9010-9297-02498942FF9F}"/>
              </a:ext>
            </a:extLst>
          </p:cNvPr>
          <p:cNvSpPr txBox="1">
            <a:spLocks/>
          </p:cNvSpPr>
          <p:nvPr/>
        </p:nvSpPr>
        <p:spPr>
          <a:xfrm>
            <a:off x="307233" y="1905879"/>
            <a:ext cx="5931107" cy="97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95893AE-1A12-862C-58DB-F8D3D22C40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3933429"/>
              </p:ext>
            </p:extLst>
          </p:nvPr>
        </p:nvGraphicFramePr>
        <p:xfrm>
          <a:off x="146633" y="2335699"/>
          <a:ext cx="4091137" cy="3796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7865A725-749B-1223-DC9D-791DA85C6E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3402568"/>
              </p:ext>
            </p:extLst>
          </p:nvPr>
        </p:nvGraphicFramePr>
        <p:xfrm>
          <a:off x="4253023" y="2391249"/>
          <a:ext cx="3806456" cy="3796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A90CE8B2-C664-CB98-0BFA-B95555F4F6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2521598"/>
              </p:ext>
            </p:extLst>
          </p:nvPr>
        </p:nvGraphicFramePr>
        <p:xfrm>
          <a:off x="7998198" y="2391247"/>
          <a:ext cx="4031915" cy="36858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46399B4-9C59-7D71-E15D-73EFFAA25F0E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000" b="0" i="0" u="none" strike="noStrike" kern="120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endParaRPr lang="en-US" sz="1800" b="1" dirty="0">
              <a:solidFill>
                <a:sysClr val="windowText" lastClr="00000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C63104-2B99-CCA1-7777-07424739558A}"/>
              </a:ext>
            </a:extLst>
          </p:cNvPr>
          <p:cNvSpPr txBox="1">
            <a:spLocks/>
          </p:cNvSpPr>
          <p:nvPr/>
        </p:nvSpPr>
        <p:spPr>
          <a:xfrm>
            <a:off x="341832" y="1375216"/>
            <a:ext cx="11628838" cy="97073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simulation result shows us that the output of electrodes 2 and 3 has given nearly the same values. Therefore, we would choose one out of electrodes 2 and 3.</a:t>
            </a:r>
          </a:p>
        </p:txBody>
      </p:sp>
    </p:spTree>
    <p:extLst>
      <p:ext uri="{BB962C8B-B14F-4D97-AF65-F5344CB8AC3E}">
        <p14:creationId xmlns:p14="http://schemas.microsoft.com/office/powerpoint/2010/main" val="4195486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BA0F9-3680-1102-1408-B112CB8D9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6000" b="1" dirty="0">
                <a:solidFill>
                  <a:srgbClr val="FFB600"/>
                </a:solidFill>
                <a:latin typeface="+mn-lt"/>
              </a:rPr>
              <a:t>Simulation Results</a:t>
            </a:r>
            <a:endParaRPr lang="en-US" sz="6000" b="1" dirty="0">
              <a:latin typeface="+mn-lt"/>
            </a:endParaRPr>
          </a:p>
        </p:txBody>
      </p:sp>
      <p:grpSp>
        <p:nvGrpSpPr>
          <p:cNvPr id="4" name="Google Shape;576;p38">
            <a:extLst>
              <a:ext uri="{FF2B5EF4-FFF2-40B4-BE49-F238E27FC236}">
                <a16:creationId xmlns:a16="http://schemas.microsoft.com/office/drawing/2014/main" id="{BC84010B-D3D5-388C-6898-E53D7EC2CF16}"/>
              </a:ext>
            </a:extLst>
          </p:cNvPr>
          <p:cNvGrpSpPr/>
          <p:nvPr/>
        </p:nvGrpSpPr>
        <p:grpSpPr>
          <a:xfrm>
            <a:off x="10877107" y="170121"/>
            <a:ext cx="1010005" cy="901939"/>
            <a:chOff x="3936375" y="3703750"/>
            <a:chExt cx="453050" cy="332175"/>
          </a:xfrm>
        </p:grpSpPr>
        <p:sp>
          <p:nvSpPr>
            <p:cNvPr id="5" name="Google Shape;577;p38">
              <a:extLst>
                <a:ext uri="{FF2B5EF4-FFF2-40B4-BE49-F238E27FC236}">
                  <a16:creationId xmlns:a16="http://schemas.microsoft.com/office/drawing/2014/main" id="{1825DA95-D1F4-9125-D169-34E053788649}"/>
                </a:ext>
              </a:extLst>
            </p:cNvPr>
            <p:cNvSpPr/>
            <p:nvPr/>
          </p:nvSpPr>
          <p:spPr>
            <a:xfrm>
              <a:off x="3936375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78;p38">
              <a:extLst>
                <a:ext uri="{FF2B5EF4-FFF2-40B4-BE49-F238E27FC236}">
                  <a16:creationId xmlns:a16="http://schemas.microsoft.com/office/drawing/2014/main" id="{F71C9930-C4CF-8F19-97A9-94C19B8BE6C8}"/>
                </a:ext>
              </a:extLst>
            </p:cNvPr>
            <p:cNvSpPr/>
            <p:nvPr/>
          </p:nvSpPr>
          <p:spPr>
            <a:xfrm>
              <a:off x="3988875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79;p38">
              <a:extLst>
                <a:ext uri="{FF2B5EF4-FFF2-40B4-BE49-F238E27FC236}">
                  <a16:creationId xmlns:a16="http://schemas.microsoft.com/office/drawing/2014/main" id="{F2DA92B1-15B5-4507-66E1-B425626CA5D2}"/>
                </a:ext>
              </a:extLst>
            </p:cNvPr>
            <p:cNvSpPr/>
            <p:nvPr/>
          </p:nvSpPr>
          <p:spPr>
            <a:xfrm>
              <a:off x="4259350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80;p38">
              <a:extLst>
                <a:ext uri="{FF2B5EF4-FFF2-40B4-BE49-F238E27FC236}">
                  <a16:creationId xmlns:a16="http://schemas.microsoft.com/office/drawing/2014/main" id="{E8446F2D-D5F3-3C13-CC28-D71DF481E8C4}"/>
                </a:ext>
              </a:extLst>
            </p:cNvPr>
            <p:cNvSpPr/>
            <p:nvPr/>
          </p:nvSpPr>
          <p:spPr>
            <a:xfrm>
              <a:off x="4078625" y="3717800"/>
              <a:ext cx="77575" cy="279650"/>
            </a:xfrm>
            <a:custGeom>
              <a:avLst/>
              <a:gdLst/>
              <a:ahLst/>
              <a:cxnLst/>
              <a:rect l="l" t="t" r="r" b="b"/>
              <a:pathLst>
                <a:path w="3103" h="1118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81;p38">
              <a:extLst>
                <a:ext uri="{FF2B5EF4-FFF2-40B4-BE49-F238E27FC236}">
                  <a16:creationId xmlns:a16="http://schemas.microsoft.com/office/drawing/2014/main" id="{846389B7-5F4B-D337-C473-F7E0447B8E03}"/>
                </a:ext>
              </a:extLst>
            </p:cNvPr>
            <p:cNvSpPr/>
            <p:nvPr/>
          </p:nvSpPr>
          <p:spPr>
            <a:xfrm>
              <a:off x="4168375" y="3788625"/>
              <a:ext cx="78175" cy="208825"/>
            </a:xfrm>
            <a:custGeom>
              <a:avLst/>
              <a:gdLst/>
              <a:ahLst/>
              <a:cxnLst/>
              <a:rect l="l" t="t" r="r" b="b"/>
              <a:pathLst>
                <a:path w="3127" h="8353" extrusionOk="0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CEEEA4C-047F-9010-9297-02498942FF9F}"/>
              </a:ext>
            </a:extLst>
          </p:cNvPr>
          <p:cNvSpPr txBox="1">
            <a:spLocks/>
          </p:cNvSpPr>
          <p:nvPr/>
        </p:nvSpPr>
        <p:spPr>
          <a:xfrm>
            <a:off x="565385" y="1599386"/>
            <a:ext cx="12416969" cy="4072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Finally, we took 100 Hz as the optimal frequency to get 1 as our result.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45D24658-93C5-E6F5-5336-83CED6B07C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9802627"/>
              </p:ext>
            </p:extLst>
          </p:nvPr>
        </p:nvGraphicFramePr>
        <p:xfrm>
          <a:off x="2179619" y="2165370"/>
          <a:ext cx="7832761" cy="4543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73641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8CE33-59C6-6742-B264-170564D17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chemeClr val="accent4"/>
                </a:solidFill>
                <a:latin typeface="+mn-lt"/>
              </a:rPr>
              <a:t>Circuit Diagram</a:t>
            </a:r>
          </a:p>
        </p:txBody>
      </p:sp>
      <p:pic>
        <p:nvPicPr>
          <p:cNvPr id="4" name="image10.png" descr="A picture containing text, hanger&#10;&#10;Description automatically generated">
            <a:extLst>
              <a:ext uri="{FF2B5EF4-FFF2-40B4-BE49-F238E27FC236}">
                <a16:creationId xmlns:a16="http://schemas.microsoft.com/office/drawing/2014/main" id="{C503F903-7203-0A64-FE23-9AB8FACDD887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66450" y="1542509"/>
            <a:ext cx="5403215" cy="2495550"/>
          </a:xfrm>
          <a:prstGeom prst="rect">
            <a:avLst/>
          </a:prstGeom>
          <a:ln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FC3923-D71F-777A-3D62-2A665C6F375C}"/>
              </a:ext>
            </a:extLst>
          </p:cNvPr>
          <p:cNvSpPr txBox="1"/>
          <p:nvPr/>
        </p:nvSpPr>
        <p:spPr>
          <a:xfrm>
            <a:off x="751511" y="4146762"/>
            <a:ext cx="5344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ea typeface="Times New Roman" panose="02020603050405020304" pitchFamily="18" charset="0"/>
              </a:rPr>
              <a:t>Block Diagram of Position of electrodes top-bottom</a:t>
            </a:r>
            <a:endParaRPr lang="en-US" dirty="0"/>
          </a:p>
        </p:txBody>
      </p:sp>
      <p:pic>
        <p:nvPicPr>
          <p:cNvPr id="7" name="image7.png" descr="Diagram&#10;&#10;Description automatically generated">
            <a:extLst>
              <a:ext uri="{FF2B5EF4-FFF2-40B4-BE49-F238E27FC236}">
                <a16:creationId xmlns:a16="http://schemas.microsoft.com/office/drawing/2014/main" id="{7605236A-BC95-FE47-2864-FFC7640ABBD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276640" y="1504474"/>
            <a:ext cx="5248910" cy="2614930"/>
          </a:xfrm>
          <a:prstGeom prst="rect">
            <a:avLst/>
          </a:prstGeom>
          <a:ln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858225-2F86-CF76-F8A3-886CCFC23555}"/>
              </a:ext>
            </a:extLst>
          </p:cNvPr>
          <p:cNvSpPr txBox="1"/>
          <p:nvPr/>
        </p:nvSpPr>
        <p:spPr>
          <a:xfrm>
            <a:off x="6299791" y="4146762"/>
            <a:ext cx="5095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ea typeface="Times New Roman" panose="02020603050405020304" pitchFamily="18" charset="0"/>
              </a:rPr>
              <a:t>Block Diagram of Position of electrodes Side-bottom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EB082D4-0DB0-D0E6-15DD-11249E2591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3653960"/>
              </p:ext>
            </p:extLst>
          </p:nvPr>
        </p:nvGraphicFramePr>
        <p:xfrm>
          <a:off x="6430040" y="4754880"/>
          <a:ext cx="5310505" cy="17379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966FF33-7699-F6F7-E3DD-2EB4FCC268C2}"/>
              </a:ext>
            </a:extLst>
          </p:cNvPr>
          <p:cNvSpPr txBox="1"/>
          <p:nvPr/>
        </p:nvSpPr>
        <p:spPr>
          <a:xfrm>
            <a:off x="7801182" y="6389687"/>
            <a:ext cx="1831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Oscilloscope 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6F66FA-0EF2-5F00-D001-DEC4E0C7D257}"/>
              </a:ext>
            </a:extLst>
          </p:cNvPr>
          <p:cNvSpPr txBox="1"/>
          <p:nvPr/>
        </p:nvSpPr>
        <p:spPr>
          <a:xfrm>
            <a:off x="666450" y="4624797"/>
            <a:ext cx="5429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We are using 4Vpp with respect to frequency 100Hz /10KHz.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We try to look at the changes in peak-to-peak voltages.</a:t>
            </a:r>
          </a:p>
        </p:txBody>
      </p:sp>
    </p:spTree>
    <p:extLst>
      <p:ext uri="{BB962C8B-B14F-4D97-AF65-F5344CB8AC3E}">
        <p14:creationId xmlns:p14="http://schemas.microsoft.com/office/powerpoint/2010/main" val="24571368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D0E7B-86CA-FD80-6FD7-90FD2AA89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chemeClr val="accent4"/>
                </a:solidFill>
                <a:latin typeface="+mn-lt"/>
              </a:rPr>
              <a:t>Physical Implementation</a:t>
            </a:r>
            <a:endParaRPr lang="en-US" sz="6000" b="1" dirty="0">
              <a:latin typeface="+mn-lt"/>
            </a:endParaRPr>
          </a:p>
        </p:txBody>
      </p:sp>
      <p:pic>
        <p:nvPicPr>
          <p:cNvPr id="4" name="image3.jpg" descr="A picture containing mouse&#10;&#10;Description automatically generated">
            <a:extLst>
              <a:ext uri="{FF2B5EF4-FFF2-40B4-BE49-F238E27FC236}">
                <a16:creationId xmlns:a16="http://schemas.microsoft.com/office/drawing/2014/main" id="{785DFFE4-2E75-B0E7-E946-814E885ABA8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431056" y="2442210"/>
            <a:ext cx="5336540" cy="4050665"/>
          </a:xfrm>
          <a:prstGeom prst="rect">
            <a:avLst/>
          </a:prstGeom>
          <a:ln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5" name="image18.jpg" descr="A picture containing adapter&#10;&#10;Description automatically generated">
            <a:extLst>
              <a:ext uri="{FF2B5EF4-FFF2-40B4-BE49-F238E27FC236}">
                <a16:creationId xmlns:a16="http://schemas.microsoft.com/office/drawing/2014/main" id="{36A3BD18-B7A1-1E51-EB95-D0445F9D5AF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95468" y="2470419"/>
            <a:ext cx="5800532" cy="4050665"/>
          </a:xfrm>
          <a:prstGeom prst="rect">
            <a:avLst/>
          </a:prstGeom>
          <a:ln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grpSp>
        <p:nvGrpSpPr>
          <p:cNvPr id="6" name="Google Shape;548;p38">
            <a:extLst>
              <a:ext uri="{FF2B5EF4-FFF2-40B4-BE49-F238E27FC236}">
                <a16:creationId xmlns:a16="http://schemas.microsoft.com/office/drawing/2014/main" id="{AA55852A-944C-2740-A7B4-B1101932D617}"/>
              </a:ext>
            </a:extLst>
          </p:cNvPr>
          <p:cNvGrpSpPr/>
          <p:nvPr/>
        </p:nvGrpSpPr>
        <p:grpSpPr>
          <a:xfrm>
            <a:off x="10898372" y="365125"/>
            <a:ext cx="1091428" cy="851493"/>
            <a:chOff x="5255200" y="3006475"/>
            <a:chExt cx="511700" cy="378575"/>
          </a:xfrm>
        </p:grpSpPr>
        <p:sp>
          <p:nvSpPr>
            <p:cNvPr id="7" name="Google Shape;549;p38">
              <a:extLst>
                <a:ext uri="{FF2B5EF4-FFF2-40B4-BE49-F238E27FC236}">
                  <a16:creationId xmlns:a16="http://schemas.microsoft.com/office/drawing/2014/main" id="{9DDBC8F5-F9F0-194D-E4A4-FA47334275D4}"/>
                </a:ext>
              </a:extLst>
            </p:cNvPr>
            <p:cNvSpPr/>
            <p:nvPr/>
          </p:nvSpPr>
          <p:spPr>
            <a:xfrm>
              <a:off x="5255200" y="3006475"/>
              <a:ext cx="349900" cy="349875"/>
            </a:xfrm>
            <a:custGeom>
              <a:avLst/>
              <a:gdLst/>
              <a:ahLst/>
              <a:cxnLst/>
              <a:rect l="l" t="t" r="r" b="b"/>
              <a:pathLst>
                <a:path w="13996" h="13995" extrusionOk="0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50;p38">
              <a:extLst>
                <a:ext uri="{FF2B5EF4-FFF2-40B4-BE49-F238E27FC236}">
                  <a16:creationId xmlns:a16="http://schemas.microsoft.com/office/drawing/2014/main" id="{4A5EFA18-F673-F434-C492-D2F143E284E5}"/>
                </a:ext>
              </a:extLst>
            </p:cNvPr>
            <p:cNvSpPr/>
            <p:nvPr/>
          </p:nvSpPr>
          <p:spPr>
            <a:xfrm>
              <a:off x="5567825" y="3185975"/>
              <a:ext cx="199075" cy="199075"/>
            </a:xfrm>
            <a:custGeom>
              <a:avLst/>
              <a:gdLst/>
              <a:ahLst/>
              <a:cxnLst/>
              <a:rect l="l" t="t" r="r" b="b"/>
              <a:pathLst>
                <a:path w="7963" h="7963" extrusionOk="0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333E1E5-111F-163D-1E08-2FB1391F0734}"/>
              </a:ext>
            </a:extLst>
          </p:cNvPr>
          <p:cNvSpPr txBox="1">
            <a:spLocks/>
          </p:cNvSpPr>
          <p:nvPr/>
        </p:nvSpPr>
        <p:spPr>
          <a:xfrm>
            <a:off x="838200" y="1682550"/>
            <a:ext cx="12416969" cy="4072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Visualization of the electrodes clipped on the forefinger.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C1D64A1-4D49-17DF-AE18-14FCCE7031FC}"/>
              </a:ext>
            </a:extLst>
          </p:cNvPr>
          <p:cNvSpPr/>
          <p:nvPr/>
        </p:nvSpPr>
        <p:spPr>
          <a:xfrm>
            <a:off x="4384159" y="5993074"/>
            <a:ext cx="1711841" cy="404108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Top Bottom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D4567B-39A2-CE1F-9BE9-37DE41D3D3C3}"/>
              </a:ext>
            </a:extLst>
          </p:cNvPr>
          <p:cNvSpPr/>
          <p:nvPr/>
        </p:nvSpPr>
        <p:spPr>
          <a:xfrm>
            <a:off x="10030526" y="5923019"/>
            <a:ext cx="1711841" cy="404108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Side Bottom</a:t>
            </a:r>
          </a:p>
        </p:txBody>
      </p:sp>
    </p:spTree>
    <p:extLst>
      <p:ext uri="{BB962C8B-B14F-4D97-AF65-F5344CB8AC3E}">
        <p14:creationId xmlns:p14="http://schemas.microsoft.com/office/powerpoint/2010/main" val="3678488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DF509-AE2D-4B3F-FD65-1202EC4D1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270" y="522326"/>
            <a:ext cx="10515600" cy="1325563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chemeClr val="accent4"/>
                </a:solidFill>
                <a:latin typeface="+mn-lt"/>
              </a:rPr>
              <a:t>Top-Bottom  Results</a:t>
            </a:r>
            <a:br>
              <a:rPr lang="en-US" sz="6000" b="1" dirty="0">
                <a:effectLst/>
                <a:latin typeface="+mn-lt"/>
                <a:ea typeface="Times New Roman" panose="02020603050405020304" pitchFamily="18" charset="0"/>
              </a:rPr>
            </a:br>
            <a:endParaRPr lang="en-US" sz="6000" b="1" dirty="0">
              <a:latin typeface="+mn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C073555-FD4A-7DE3-B436-FA19892E6B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231548"/>
              </p:ext>
            </p:extLst>
          </p:nvPr>
        </p:nvGraphicFramePr>
        <p:xfrm>
          <a:off x="511587" y="1925996"/>
          <a:ext cx="5327650" cy="3183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9BD2C68-4779-EDFC-AE40-E9581A726C8D}"/>
              </a:ext>
            </a:extLst>
          </p:cNvPr>
          <p:cNvSpPr txBox="1"/>
          <p:nvPr/>
        </p:nvSpPr>
        <p:spPr>
          <a:xfrm>
            <a:off x="1387063" y="5109210"/>
            <a:ext cx="609790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effectLst/>
                <a:ea typeface="Times New Roman" panose="02020603050405020304" pitchFamily="18" charset="0"/>
              </a:rPr>
              <a:t>Using 100Hz Frequency</a:t>
            </a:r>
            <a:endParaRPr lang="en-US" sz="2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E240F3-0F22-A9F7-AEBF-94A71C101BB0}"/>
              </a:ext>
            </a:extLst>
          </p:cNvPr>
          <p:cNvSpPr txBox="1"/>
          <p:nvPr/>
        </p:nvSpPr>
        <p:spPr>
          <a:xfrm>
            <a:off x="7341316" y="5109210"/>
            <a:ext cx="609790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effectLst/>
                <a:ea typeface="Times New Roman" panose="02020603050405020304" pitchFamily="18" charset="0"/>
              </a:rPr>
              <a:t>Using 10KHz Frequency</a:t>
            </a:r>
            <a:endParaRPr lang="en-US" sz="2600" dirty="0"/>
          </a:p>
        </p:txBody>
      </p:sp>
      <p:grpSp>
        <p:nvGrpSpPr>
          <p:cNvPr id="10" name="Google Shape;576;p38">
            <a:extLst>
              <a:ext uri="{FF2B5EF4-FFF2-40B4-BE49-F238E27FC236}">
                <a16:creationId xmlns:a16="http://schemas.microsoft.com/office/drawing/2014/main" id="{A64B6312-5D66-8CB1-72F9-4E51FD87B4CB}"/>
              </a:ext>
            </a:extLst>
          </p:cNvPr>
          <p:cNvGrpSpPr/>
          <p:nvPr/>
        </p:nvGrpSpPr>
        <p:grpSpPr>
          <a:xfrm>
            <a:off x="10664456" y="276447"/>
            <a:ext cx="1182198" cy="891605"/>
            <a:chOff x="3936375" y="3703750"/>
            <a:chExt cx="453050" cy="332175"/>
          </a:xfrm>
        </p:grpSpPr>
        <p:sp>
          <p:nvSpPr>
            <p:cNvPr id="11" name="Google Shape;577;p38">
              <a:extLst>
                <a:ext uri="{FF2B5EF4-FFF2-40B4-BE49-F238E27FC236}">
                  <a16:creationId xmlns:a16="http://schemas.microsoft.com/office/drawing/2014/main" id="{9B54D5C5-4560-2D37-9FD1-F93999CA5DC8}"/>
                </a:ext>
              </a:extLst>
            </p:cNvPr>
            <p:cNvSpPr/>
            <p:nvPr/>
          </p:nvSpPr>
          <p:spPr>
            <a:xfrm>
              <a:off x="3936375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78;p38">
              <a:extLst>
                <a:ext uri="{FF2B5EF4-FFF2-40B4-BE49-F238E27FC236}">
                  <a16:creationId xmlns:a16="http://schemas.microsoft.com/office/drawing/2014/main" id="{75398751-78C2-7F40-6470-36F01FB08174}"/>
                </a:ext>
              </a:extLst>
            </p:cNvPr>
            <p:cNvSpPr/>
            <p:nvPr/>
          </p:nvSpPr>
          <p:spPr>
            <a:xfrm>
              <a:off x="3988875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79;p38">
              <a:extLst>
                <a:ext uri="{FF2B5EF4-FFF2-40B4-BE49-F238E27FC236}">
                  <a16:creationId xmlns:a16="http://schemas.microsoft.com/office/drawing/2014/main" id="{01DCD673-BD66-ED59-410F-39CCAB7EBC9F}"/>
                </a:ext>
              </a:extLst>
            </p:cNvPr>
            <p:cNvSpPr/>
            <p:nvPr/>
          </p:nvSpPr>
          <p:spPr>
            <a:xfrm>
              <a:off x="4259350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80;p38">
              <a:extLst>
                <a:ext uri="{FF2B5EF4-FFF2-40B4-BE49-F238E27FC236}">
                  <a16:creationId xmlns:a16="http://schemas.microsoft.com/office/drawing/2014/main" id="{76AB2CE3-E518-40CB-D4A8-DB724632EC39}"/>
                </a:ext>
              </a:extLst>
            </p:cNvPr>
            <p:cNvSpPr/>
            <p:nvPr/>
          </p:nvSpPr>
          <p:spPr>
            <a:xfrm>
              <a:off x="4078625" y="3717800"/>
              <a:ext cx="77575" cy="279650"/>
            </a:xfrm>
            <a:custGeom>
              <a:avLst/>
              <a:gdLst/>
              <a:ahLst/>
              <a:cxnLst/>
              <a:rect l="l" t="t" r="r" b="b"/>
              <a:pathLst>
                <a:path w="3103" h="1118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81;p38">
              <a:extLst>
                <a:ext uri="{FF2B5EF4-FFF2-40B4-BE49-F238E27FC236}">
                  <a16:creationId xmlns:a16="http://schemas.microsoft.com/office/drawing/2014/main" id="{45F11A83-8841-B4A9-961C-11B717E1F332}"/>
                </a:ext>
              </a:extLst>
            </p:cNvPr>
            <p:cNvSpPr/>
            <p:nvPr/>
          </p:nvSpPr>
          <p:spPr>
            <a:xfrm>
              <a:off x="4168375" y="3788625"/>
              <a:ext cx="78175" cy="208825"/>
            </a:xfrm>
            <a:custGeom>
              <a:avLst/>
              <a:gdLst/>
              <a:ahLst/>
              <a:cxnLst/>
              <a:rect l="l" t="t" r="r" b="b"/>
              <a:pathLst>
                <a:path w="3127" h="8353" extrusionOk="0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9" name="Content Placeholder 3">
            <a:extLst>
              <a:ext uri="{FF2B5EF4-FFF2-40B4-BE49-F238E27FC236}">
                <a16:creationId xmlns:a16="http://schemas.microsoft.com/office/drawing/2014/main" id="{4E11712E-BAD0-F70D-F264-2881572806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1113509"/>
              </p:ext>
            </p:extLst>
          </p:nvPr>
        </p:nvGraphicFramePr>
        <p:xfrm>
          <a:off x="6545311" y="1925996"/>
          <a:ext cx="5301343" cy="32556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17CB8-B0E8-1C2A-B3FC-32CB833EE1B0}"/>
              </a:ext>
            </a:extLst>
          </p:cNvPr>
          <p:cNvSpPr txBox="1">
            <a:spLocks/>
          </p:cNvSpPr>
          <p:nvPr/>
        </p:nvSpPr>
        <p:spPr>
          <a:xfrm>
            <a:off x="721242" y="1343417"/>
            <a:ext cx="12416969" cy="4072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Resulting graphs of the top bottom with 100Hz and 10KHz. </a:t>
            </a:r>
          </a:p>
        </p:txBody>
      </p:sp>
    </p:spTree>
    <p:extLst>
      <p:ext uri="{BB962C8B-B14F-4D97-AF65-F5344CB8AC3E}">
        <p14:creationId xmlns:p14="http://schemas.microsoft.com/office/powerpoint/2010/main" val="2617884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22579-5D14-100B-5A83-5C5A673B0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chemeClr val="accent4"/>
                </a:solidFill>
                <a:latin typeface="+mn-lt"/>
              </a:rPr>
              <a:t>Side-Bottom Result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7DFC06-4DFC-56EE-A544-AB5A5CEE860C}"/>
              </a:ext>
            </a:extLst>
          </p:cNvPr>
          <p:cNvSpPr txBox="1"/>
          <p:nvPr/>
        </p:nvSpPr>
        <p:spPr>
          <a:xfrm>
            <a:off x="1334490" y="5240938"/>
            <a:ext cx="609797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effectLst/>
                <a:ea typeface="Times New Roman" panose="02020603050405020304" pitchFamily="18" charset="0"/>
              </a:rPr>
              <a:t>Using 100Hz Frequency</a:t>
            </a:r>
            <a:endParaRPr lang="en-US" sz="2600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C647C89-62C6-7D45-124C-71CF638968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17199"/>
              </p:ext>
            </p:extLst>
          </p:nvPr>
        </p:nvGraphicFramePr>
        <p:xfrm>
          <a:off x="6078855" y="2275840"/>
          <a:ext cx="5854065" cy="3004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0A82370-CAD4-9932-A2BF-4C0868BF19F0}"/>
              </a:ext>
            </a:extLst>
          </p:cNvPr>
          <p:cNvSpPr txBox="1"/>
          <p:nvPr/>
        </p:nvSpPr>
        <p:spPr>
          <a:xfrm>
            <a:off x="7118033" y="5309813"/>
            <a:ext cx="609790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effectLst/>
                <a:ea typeface="Times New Roman" panose="02020603050405020304" pitchFamily="18" charset="0"/>
              </a:rPr>
              <a:t>Using 10KHz Frequency</a:t>
            </a:r>
            <a:endParaRPr lang="en-US" sz="2600" dirty="0"/>
          </a:p>
        </p:txBody>
      </p:sp>
      <p:graphicFrame>
        <p:nvGraphicFramePr>
          <p:cNvPr id="10" name="Content Placeholder 6">
            <a:extLst>
              <a:ext uri="{FF2B5EF4-FFF2-40B4-BE49-F238E27FC236}">
                <a16:creationId xmlns:a16="http://schemas.microsoft.com/office/drawing/2014/main" id="{46942271-5B15-C0A1-B653-728F36E66B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3450181"/>
              </p:ext>
            </p:extLst>
          </p:nvPr>
        </p:nvGraphicFramePr>
        <p:xfrm>
          <a:off x="259080" y="2255968"/>
          <a:ext cx="5836920" cy="30445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449A9-11AF-BC8B-D9CB-9E6280FE3C6A}"/>
              </a:ext>
            </a:extLst>
          </p:cNvPr>
          <p:cNvSpPr txBox="1">
            <a:spLocks/>
          </p:cNvSpPr>
          <p:nvPr/>
        </p:nvSpPr>
        <p:spPr>
          <a:xfrm>
            <a:off x="838200" y="1438987"/>
            <a:ext cx="12416969" cy="4072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Resulting graphs of the side bottom with 100Hz and 10KHz. </a:t>
            </a:r>
          </a:p>
        </p:txBody>
      </p:sp>
      <p:grpSp>
        <p:nvGrpSpPr>
          <p:cNvPr id="4" name="Google Shape;576;p38">
            <a:extLst>
              <a:ext uri="{FF2B5EF4-FFF2-40B4-BE49-F238E27FC236}">
                <a16:creationId xmlns:a16="http://schemas.microsoft.com/office/drawing/2014/main" id="{E5084B47-C6D0-402C-C7BD-41527DC61671}"/>
              </a:ext>
            </a:extLst>
          </p:cNvPr>
          <p:cNvGrpSpPr/>
          <p:nvPr/>
        </p:nvGrpSpPr>
        <p:grpSpPr>
          <a:xfrm>
            <a:off x="10664456" y="276447"/>
            <a:ext cx="1182198" cy="891605"/>
            <a:chOff x="3936375" y="3703750"/>
            <a:chExt cx="453050" cy="332175"/>
          </a:xfrm>
        </p:grpSpPr>
        <p:sp>
          <p:nvSpPr>
            <p:cNvPr id="5" name="Google Shape;577;p38">
              <a:extLst>
                <a:ext uri="{FF2B5EF4-FFF2-40B4-BE49-F238E27FC236}">
                  <a16:creationId xmlns:a16="http://schemas.microsoft.com/office/drawing/2014/main" id="{726176C5-F31C-28E7-AF9B-F7C19FF9BD49}"/>
                </a:ext>
              </a:extLst>
            </p:cNvPr>
            <p:cNvSpPr/>
            <p:nvPr/>
          </p:nvSpPr>
          <p:spPr>
            <a:xfrm>
              <a:off x="3936375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78;p38">
              <a:extLst>
                <a:ext uri="{FF2B5EF4-FFF2-40B4-BE49-F238E27FC236}">
                  <a16:creationId xmlns:a16="http://schemas.microsoft.com/office/drawing/2014/main" id="{46EC169B-1305-EAB3-37A2-5AB0520777C9}"/>
                </a:ext>
              </a:extLst>
            </p:cNvPr>
            <p:cNvSpPr/>
            <p:nvPr/>
          </p:nvSpPr>
          <p:spPr>
            <a:xfrm>
              <a:off x="3988875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79;p38">
              <a:extLst>
                <a:ext uri="{FF2B5EF4-FFF2-40B4-BE49-F238E27FC236}">
                  <a16:creationId xmlns:a16="http://schemas.microsoft.com/office/drawing/2014/main" id="{7B82C816-CC14-E67A-E9CD-547784E697E8}"/>
                </a:ext>
              </a:extLst>
            </p:cNvPr>
            <p:cNvSpPr/>
            <p:nvPr/>
          </p:nvSpPr>
          <p:spPr>
            <a:xfrm>
              <a:off x="4259350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80;p38">
              <a:extLst>
                <a:ext uri="{FF2B5EF4-FFF2-40B4-BE49-F238E27FC236}">
                  <a16:creationId xmlns:a16="http://schemas.microsoft.com/office/drawing/2014/main" id="{02233F1C-F2FE-35CC-E2BC-4D59247D31BD}"/>
                </a:ext>
              </a:extLst>
            </p:cNvPr>
            <p:cNvSpPr/>
            <p:nvPr/>
          </p:nvSpPr>
          <p:spPr>
            <a:xfrm>
              <a:off x="4078625" y="3717800"/>
              <a:ext cx="77575" cy="279650"/>
            </a:xfrm>
            <a:custGeom>
              <a:avLst/>
              <a:gdLst/>
              <a:ahLst/>
              <a:cxnLst/>
              <a:rect l="l" t="t" r="r" b="b"/>
              <a:pathLst>
                <a:path w="3103" h="1118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81;p38">
              <a:extLst>
                <a:ext uri="{FF2B5EF4-FFF2-40B4-BE49-F238E27FC236}">
                  <a16:creationId xmlns:a16="http://schemas.microsoft.com/office/drawing/2014/main" id="{1A7BE8CB-5FE9-8E87-F474-C7F18960E5E4}"/>
                </a:ext>
              </a:extLst>
            </p:cNvPr>
            <p:cNvSpPr/>
            <p:nvPr/>
          </p:nvSpPr>
          <p:spPr>
            <a:xfrm>
              <a:off x="4168375" y="3788625"/>
              <a:ext cx="78175" cy="208825"/>
            </a:xfrm>
            <a:custGeom>
              <a:avLst/>
              <a:gdLst/>
              <a:ahLst/>
              <a:cxnLst/>
              <a:rect l="l" t="t" r="r" b="b"/>
              <a:pathLst>
                <a:path w="3127" h="8353" extrusionOk="0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21165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5FC61-3B3A-7AD8-D002-65A68C4D4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FFB600"/>
                </a:solidFill>
                <a:latin typeface="+mn-lt"/>
              </a:rPr>
              <a:t>Conclusion</a:t>
            </a:r>
            <a:endParaRPr lang="en-US" sz="6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4CB3B-65D4-681F-F0CA-4206CA089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383"/>
            <a:ext cx="10982042" cy="4351338"/>
          </a:xfrm>
        </p:spPr>
        <p:txBody>
          <a:bodyPr>
            <a:noAutofit/>
          </a:bodyPr>
          <a:lstStyle/>
          <a:p>
            <a:r>
              <a:rPr lang="en-US" sz="2400" b="1" dirty="0">
                <a:effectLst/>
                <a:ea typeface="Times New Roman" panose="02020603050405020304" pitchFamily="18" charset="0"/>
              </a:rPr>
              <a:t>The finger-simplified model was created in model geometry. A framework made up of five parts was used to build the finger. (i.e., skin, fat, artery, muscle, and bone)</a:t>
            </a:r>
          </a:p>
          <a:p>
            <a:r>
              <a:rPr lang="en-US" sz="2400" b="1" dirty="0">
                <a:effectLst/>
                <a:ea typeface="Times New Roman" panose="02020603050405020304" pitchFamily="18" charset="0"/>
              </a:rPr>
              <a:t>The study includes COMSOL simulation results compared with experimental results to obtain the optimum parameters for this technique. The COMSOL simulation uses 4 electrodes in different positions with a current of 10mA </a:t>
            </a:r>
            <a:r>
              <a:rPr lang="en-US" sz="2400" b="1" dirty="0">
                <a:ea typeface="Times New Roman" panose="02020603050405020304" pitchFamily="18" charset="0"/>
              </a:rPr>
              <a:t>giving the optimal</a:t>
            </a:r>
            <a:r>
              <a:rPr lang="en-US" sz="2400" b="1" dirty="0">
                <a:effectLst/>
                <a:ea typeface="Times New Roman" panose="02020603050405020304" pitchFamily="18" charset="0"/>
              </a:rPr>
              <a:t> frequency of 100Hz.</a:t>
            </a:r>
          </a:p>
          <a:p>
            <a:r>
              <a:rPr lang="en-US" sz="2400" b="1" dirty="0">
                <a:ea typeface="Times New Roman" panose="02020603050405020304" pitchFamily="18" charset="0"/>
              </a:rPr>
              <a:t>It was shown that multiple electrodes can be useful in obtaining impedance change.</a:t>
            </a:r>
          </a:p>
          <a:p>
            <a:r>
              <a:rPr lang="en-US" sz="2400" b="1" dirty="0">
                <a:effectLst/>
                <a:ea typeface="Times New Roman" panose="02020603050405020304" pitchFamily="18" charset="0"/>
              </a:rPr>
              <a:t>This is useful because signals can not be obtained from one pair, or to further suppor</a:t>
            </a:r>
            <a:r>
              <a:rPr lang="en-US" sz="2400" b="1" dirty="0">
                <a:ea typeface="Times New Roman" panose="02020603050405020304" pitchFamily="18" charset="0"/>
              </a:rPr>
              <a:t>t the results.</a:t>
            </a:r>
            <a:endParaRPr lang="en-US" sz="2400" b="1" dirty="0">
              <a:effectLst/>
              <a:ea typeface="Times New Roman" panose="02020603050405020304" pitchFamily="18" charset="0"/>
            </a:endParaRPr>
          </a:p>
        </p:txBody>
      </p:sp>
      <p:grpSp>
        <p:nvGrpSpPr>
          <p:cNvPr id="4" name="Google Shape;497;p38">
            <a:extLst>
              <a:ext uri="{FF2B5EF4-FFF2-40B4-BE49-F238E27FC236}">
                <a16:creationId xmlns:a16="http://schemas.microsoft.com/office/drawing/2014/main" id="{EC7C6246-173D-36DC-2935-93CC09697430}"/>
              </a:ext>
            </a:extLst>
          </p:cNvPr>
          <p:cNvGrpSpPr/>
          <p:nvPr/>
        </p:nvGrpSpPr>
        <p:grpSpPr>
          <a:xfrm>
            <a:off x="10919637" y="233916"/>
            <a:ext cx="900605" cy="847706"/>
            <a:chOff x="5970800" y="1619250"/>
            <a:chExt cx="428650" cy="456725"/>
          </a:xfrm>
        </p:grpSpPr>
        <p:sp>
          <p:nvSpPr>
            <p:cNvPr id="5" name="Google Shape;498;p38">
              <a:extLst>
                <a:ext uri="{FF2B5EF4-FFF2-40B4-BE49-F238E27FC236}">
                  <a16:creationId xmlns:a16="http://schemas.microsoft.com/office/drawing/2014/main" id="{B0E3B5AD-9224-B5DA-FFFB-58D9BBDEF325}"/>
                </a:ext>
              </a:extLst>
            </p:cNvPr>
            <p:cNvSpPr/>
            <p:nvPr/>
          </p:nvSpPr>
          <p:spPr>
            <a:xfrm>
              <a:off x="5970800" y="1674200"/>
              <a:ext cx="377975" cy="377950"/>
            </a:xfrm>
            <a:custGeom>
              <a:avLst/>
              <a:gdLst/>
              <a:ahLst/>
              <a:cxnLst/>
              <a:rect l="l" t="t" r="r" b="b"/>
              <a:pathLst>
                <a:path w="15119" h="15118" extrusionOk="0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99;p38">
              <a:extLst>
                <a:ext uri="{FF2B5EF4-FFF2-40B4-BE49-F238E27FC236}">
                  <a16:creationId xmlns:a16="http://schemas.microsoft.com/office/drawing/2014/main" id="{A5575AE8-6AE2-4BEB-B305-9B69BDF43A68}"/>
                </a:ext>
              </a:extLst>
            </p:cNvPr>
            <p:cNvSpPr/>
            <p:nvPr/>
          </p:nvSpPr>
          <p:spPr>
            <a:xfrm>
              <a:off x="6068500" y="1771875"/>
              <a:ext cx="182575" cy="182600"/>
            </a:xfrm>
            <a:custGeom>
              <a:avLst/>
              <a:gdLst/>
              <a:ahLst/>
              <a:cxnLst/>
              <a:rect l="l" t="t" r="r" b="b"/>
              <a:pathLst>
                <a:path w="7303" h="7304" extrusionOk="0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00;p38">
              <a:extLst>
                <a:ext uri="{FF2B5EF4-FFF2-40B4-BE49-F238E27FC236}">
                  <a16:creationId xmlns:a16="http://schemas.microsoft.com/office/drawing/2014/main" id="{6ADBCCB8-4411-6E51-2D74-85FBAE1F0E29}"/>
                </a:ext>
              </a:extLst>
            </p:cNvPr>
            <p:cNvSpPr/>
            <p:nvPr/>
          </p:nvSpPr>
          <p:spPr>
            <a:xfrm>
              <a:off x="5981175" y="2005125"/>
              <a:ext cx="75125" cy="70850"/>
            </a:xfrm>
            <a:custGeom>
              <a:avLst/>
              <a:gdLst/>
              <a:ahLst/>
              <a:cxnLst/>
              <a:rect l="l" t="t" r="r" b="b"/>
              <a:pathLst>
                <a:path w="3005" h="2834" extrusionOk="0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01;p38">
              <a:extLst>
                <a:ext uri="{FF2B5EF4-FFF2-40B4-BE49-F238E27FC236}">
                  <a16:creationId xmlns:a16="http://schemas.microsoft.com/office/drawing/2014/main" id="{ABE066F8-9BDA-6B59-7F93-B0ED5B4D0AAB}"/>
                </a:ext>
              </a:extLst>
            </p:cNvPr>
            <p:cNvSpPr/>
            <p:nvPr/>
          </p:nvSpPr>
          <p:spPr>
            <a:xfrm>
              <a:off x="6263875" y="2005125"/>
              <a:ext cx="74525" cy="70850"/>
            </a:xfrm>
            <a:custGeom>
              <a:avLst/>
              <a:gdLst/>
              <a:ahLst/>
              <a:cxnLst/>
              <a:rect l="l" t="t" r="r" b="b"/>
              <a:pathLst>
                <a:path w="2981" h="2834" extrusionOk="0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02;p38">
              <a:extLst>
                <a:ext uri="{FF2B5EF4-FFF2-40B4-BE49-F238E27FC236}">
                  <a16:creationId xmlns:a16="http://schemas.microsoft.com/office/drawing/2014/main" id="{BC646BB6-29A1-D23B-4ADE-2C6A4B8B3091}"/>
                </a:ext>
              </a:extLst>
            </p:cNvPr>
            <p:cNvSpPr/>
            <p:nvPr/>
          </p:nvSpPr>
          <p:spPr>
            <a:xfrm>
              <a:off x="6147875" y="1619250"/>
              <a:ext cx="251575" cy="255850"/>
            </a:xfrm>
            <a:custGeom>
              <a:avLst/>
              <a:gdLst/>
              <a:ahLst/>
              <a:cxnLst/>
              <a:rect l="l" t="t" r="r" b="b"/>
              <a:pathLst>
                <a:path w="10063" h="10234" extrusionOk="0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503677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5FC61-3B3A-7AD8-D002-65A68C4D4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rgbClr val="FFB600"/>
                </a:solidFill>
                <a:latin typeface="+mn-lt"/>
              </a:rPr>
              <a:t>Conclusion</a:t>
            </a:r>
            <a:endParaRPr lang="en-US" sz="6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4CB3B-65D4-681F-F0CA-4206CA089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ffectLst/>
                <a:ea typeface="Times New Roman" panose="02020603050405020304" pitchFamily="18" charset="0"/>
              </a:rPr>
              <a:t>The study was performed under normal resting conditions where an experimental procedure was set up to measure the impedance response from the finger. </a:t>
            </a:r>
          </a:p>
          <a:p>
            <a:r>
              <a:rPr lang="en-US" sz="2800" b="1" dirty="0"/>
              <a:t>Experiment results were not conclusive as more sensitive impedance analyzers are required.</a:t>
            </a:r>
          </a:p>
          <a:p>
            <a:r>
              <a:rPr lang="en-US" b="1" dirty="0"/>
              <a:t>This research will be helpful to find out the heartbeat using impedance plethysmography.</a:t>
            </a:r>
          </a:p>
          <a:p>
            <a:endParaRPr lang="en-US" b="1" dirty="0"/>
          </a:p>
          <a:p>
            <a:endParaRPr lang="en-US" b="1" dirty="0"/>
          </a:p>
        </p:txBody>
      </p:sp>
      <p:grpSp>
        <p:nvGrpSpPr>
          <p:cNvPr id="4" name="Google Shape;497;p38">
            <a:extLst>
              <a:ext uri="{FF2B5EF4-FFF2-40B4-BE49-F238E27FC236}">
                <a16:creationId xmlns:a16="http://schemas.microsoft.com/office/drawing/2014/main" id="{EC7C6246-173D-36DC-2935-93CC09697430}"/>
              </a:ext>
            </a:extLst>
          </p:cNvPr>
          <p:cNvGrpSpPr/>
          <p:nvPr/>
        </p:nvGrpSpPr>
        <p:grpSpPr>
          <a:xfrm>
            <a:off x="10898372" y="230189"/>
            <a:ext cx="921870" cy="851434"/>
            <a:chOff x="5970800" y="1619250"/>
            <a:chExt cx="428650" cy="456725"/>
          </a:xfrm>
        </p:grpSpPr>
        <p:sp>
          <p:nvSpPr>
            <p:cNvPr id="5" name="Google Shape;498;p38">
              <a:extLst>
                <a:ext uri="{FF2B5EF4-FFF2-40B4-BE49-F238E27FC236}">
                  <a16:creationId xmlns:a16="http://schemas.microsoft.com/office/drawing/2014/main" id="{B0E3B5AD-9224-B5DA-FFFB-58D9BBDEF325}"/>
                </a:ext>
              </a:extLst>
            </p:cNvPr>
            <p:cNvSpPr/>
            <p:nvPr/>
          </p:nvSpPr>
          <p:spPr>
            <a:xfrm>
              <a:off x="5970800" y="1674200"/>
              <a:ext cx="377975" cy="377950"/>
            </a:xfrm>
            <a:custGeom>
              <a:avLst/>
              <a:gdLst/>
              <a:ahLst/>
              <a:cxnLst/>
              <a:rect l="l" t="t" r="r" b="b"/>
              <a:pathLst>
                <a:path w="15119" h="15118" extrusionOk="0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99;p38">
              <a:extLst>
                <a:ext uri="{FF2B5EF4-FFF2-40B4-BE49-F238E27FC236}">
                  <a16:creationId xmlns:a16="http://schemas.microsoft.com/office/drawing/2014/main" id="{A5575AE8-6AE2-4BEB-B305-9B69BDF43A68}"/>
                </a:ext>
              </a:extLst>
            </p:cNvPr>
            <p:cNvSpPr/>
            <p:nvPr/>
          </p:nvSpPr>
          <p:spPr>
            <a:xfrm>
              <a:off x="6068500" y="1771875"/>
              <a:ext cx="182575" cy="182600"/>
            </a:xfrm>
            <a:custGeom>
              <a:avLst/>
              <a:gdLst/>
              <a:ahLst/>
              <a:cxnLst/>
              <a:rect l="l" t="t" r="r" b="b"/>
              <a:pathLst>
                <a:path w="7303" h="7304" extrusionOk="0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00;p38">
              <a:extLst>
                <a:ext uri="{FF2B5EF4-FFF2-40B4-BE49-F238E27FC236}">
                  <a16:creationId xmlns:a16="http://schemas.microsoft.com/office/drawing/2014/main" id="{6ADBCCB8-4411-6E51-2D74-85FBAE1F0E29}"/>
                </a:ext>
              </a:extLst>
            </p:cNvPr>
            <p:cNvSpPr/>
            <p:nvPr/>
          </p:nvSpPr>
          <p:spPr>
            <a:xfrm>
              <a:off x="5981175" y="2005125"/>
              <a:ext cx="75125" cy="70850"/>
            </a:xfrm>
            <a:custGeom>
              <a:avLst/>
              <a:gdLst/>
              <a:ahLst/>
              <a:cxnLst/>
              <a:rect l="l" t="t" r="r" b="b"/>
              <a:pathLst>
                <a:path w="3005" h="2834" extrusionOk="0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01;p38">
              <a:extLst>
                <a:ext uri="{FF2B5EF4-FFF2-40B4-BE49-F238E27FC236}">
                  <a16:creationId xmlns:a16="http://schemas.microsoft.com/office/drawing/2014/main" id="{ABE066F8-9BDA-6B59-7F93-B0ED5B4D0AAB}"/>
                </a:ext>
              </a:extLst>
            </p:cNvPr>
            <p:cNvSpPr/>
            <p:nvPr/>
          </p:nvSpPr>
          <p:spPr>
            <a:xfrm>
              <a:off x="6263875" y="2005125"/>
              <a:ext cx="74525" cy="70850"/>
            </a:xfrm>
            <a:custGeom>
              <a:avLst/>
              <a:gdLst/>
              <a:ahLst/>
              <a:cxnLst/>
              <a:rect l="l" t="t" r="r" b="b"/>
              <a:pathLst>
                <a:path w="2981" h="2834" extrusionOk="0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02;p38">
              <a:extLst>
                <a:ext uri="{FF2B5EF4-FFF2-40B4-BE49-F238E27FC236}">
                  <a16:creationId xmlns:a16="http://schemas.microsoft.com/office/drawing/2014/main" id="{BC646BB6-29A1-D23B-4ADE-2C6A4B8B3091}"/>
                </a:ext>
              </a:extLst>
            </p:cNvPr>
            <p:cNvSpPr/>
            <p:nvPr/>
          </p:nvSpPr>
          <p:spPr>
            <a:xfrm>
              <a:off x="6147875" y="1619250"/>
              <a:ext cx="251575" cy="255850"/>
            </a:xfrm>
            <a:custGeom>
              <a:avLst/>
              <a:gdLst/>
              <a:ahLst/>
              <a:cxnLst/>
              <a:rect l="l" t="t" r="r" b="b"/>
              <a:pathLst>
                <a:path w="10063" h="10234" extrusionOk="0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31983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17E3-398C-D87B-82B5-CE1CFB7C4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chemeClr val="accent4"/>
                </a:solidFill>
                <a:latin typeface="+mn-lt"/>
              </a:rPr>
              <a:t>References of 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2C206-53BB-ECC7-55FD-886034F29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effectLst/>
                <a:ea typeface="Times New Roman" panose="02020603050405020304" pitchFamily="18" charset="0"/>
              </a:rPr>
              <a:t>Morales, I., González-</a:t>
            </a:r>
            <a:r>
              <a:rPr lang="en-US" sz="1800" dirty="0" err="1">
                <a:effectLst/>
                <a:ea typeface="Times New Roman" panose="02020603050405020304" pitchFamily="18" charset="0"/>
              </a:rPr>
              <a:t>Landaeta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, R., &amp; </a:t>
            </a:r>
            <a:r>
              <a:rPr lang="en-US" sz="1800" dirty="0" err="1">
                <a:effectLst/>
                <a:ea typeface="Times New Roman" panose="02020603050405020304" pitchFamily="18" charset="0"/>
              </a:rPr>
              <a:t>Simini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, F. (2021). Bioimpedance plethysmography with capacitive electrodes and sole force sensors: Comparative trial. Journal of Physics: Conference Series, 2008(1). https://doi.org/10.1088/1742-6596/2008/1/012018</a:t>
            </a:r>
          </a:p>
          <a:p>
            <a:r>
              <a:rPr lang="en-US" sz="1800" dirty="0" err="1">
                <a:effectLst/>
                <a:ea typeface="Times New Roman" panose="02020603050405020304" pitchFamily="18" charset="0"/>
              </a:rPr>
              <a:t>Piuzzi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, E., Pisa, S., </a:t>
            </a:r>
            <a:r>
              <a:rPr lang="en-US" sz="1800" dirty="0" err="1">
                <a:effectLst/>
                <a:ea typeface="Times New Roman" panose="02020603050405020304" pitchFamily="18" charset="0"/>
              </a:rPr>
              <a:t>Pittella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, E., </a:t>
            </a:r>
            <a:r>
              <a:rPr lang="en-US" sz="1800" dirty="0" err="1">
                <a:effectLst/>
                <a:ea typeface="Times New Roman" panose="02020603050405020304" pitchFamily="18" charset="0"/>
              </a:rPr>
              <a:t>Podestà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, L., &amp; </a:t>
            </a:r>
            <a:r>
              <a:rPr lang="en-US" sz="1800" dirty="0" err="1">
                <a:effectLst/>
                <a:ea typeface="Times New Roman" panose="02020603050405020304" pitchFamily="18" charset="0"/>
              </a:rPr>
              <a:t>Sangiovanni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, S. (2020). Wearable belt with built-in textile electrodes for cardio—respiratory monitoring. Sensors (Switzerland), 20(16), 1–15. https://doi.org/10.3390/s20164500</a:t>
            </a:r>
          </a:p>
          <a:p>
            <a:r>
              <a:rPr lang="en-US" sz="1800" dirty="0">
                <a:effectLst/>
                <a:ea typeface="Times New Roman" panose="02020603050405020304" pitchFamily="18" charset="0"/>
              </a:rPr>
              <a:t>Ramkumar, M., &amp; Babu, C. G. (2017). A Comprehensive Analysis of Forearm Impedance Plethysmography for the Maximally Non Invasive Monitoring and Measurement of Heart Pumping Function. SSRN Electronic Journal, 1(2), 178–184. https://doi.org/10.2139/ssrn.2942416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3663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2975AA-8D06-F668-3333-BB07C96A456B}"/>
              </a:ext>
            </a:extLst>
          </p:cNvPr>
          <p:cNvSpPr txBox="1"/>
          <p:nvPr/>
        </p:nvSpPr>
        <p:spPr>
          <a:xfrm>
            <a:off x="2434856" y="2028616"/>
            <a:ext cx="70947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9600" dirty="0">
                <a:solidFill>
                  <a:srgbClr val="FFB600"/>
                </a:solidFill>
              </a:rPr>
              <a:t>Thank you</a:t>
            </a:r>
            <a:endParaRPr lang="en-US" sz="9600" dirty="0"/>
          </a:p>
        </p:txBody>
      </p:sp>
      <p:sp>
        <p:nvSpPr>
          <p:cNvPr id="6" name="Google Shape;366;p35">
            <a:extLst>
              <a:ext uri="{FF2B5EF4-FFF2-40B4-BE49-F238E27FC236}">
                <a16:creationId xmlns:a16="http://schemas.microsoft.com/office/drawing/2014/main" id="{6698962F-FF4E-0200-B6B6-B1A71BCD5F0F}"/>
              </a:ext>
            </a:extLst>
          </p:cNvPr>
          <p:cNvSpPr/>
          <p:nvPr/>
        </p:nvSpPr>
        <p:spPr>
          <a:xfrm>
            <a:off x="11128904" y="464975"/>
            <a:ext cx="798007" cy="725835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4399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5746</TotalTime>
  <Words>1629</Words>
  <Application>Microsoft Office PowerPoint</Application>
  <PresentationFormat>Widescreen</PresentationFormat>
  <Paragraphs>159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Raleway ExtraBold</vt:lpstr>
      <vt:lpstr>Times New Roman</vt:lpstr>
      <vt:lpstr>Office Theme</vt:lpstr>
      <vt:lpstr>INVESTIGATING THE USE OF IMPEDANCE PLETHYSMOGRAPHY FOR DETECTING DECREASED BLOOD FLOW IN DIABETIC PATIENT LIMBS </vt:lpstr>
      <vt:lpstr>Outline </vt:lpstr>
      <vt:lpstr>Modern Methods of Measuring Blood Flow</vt:lpstr>
      <vt:lpstr>Modern Methods of Measuring Blood Flow</vt:lpstr>
      <vt:lpstr>Modern Methods of Measuring Blood Flow</vt:lpstr>
      <vt:lpstr>What is impedance plethysmography?</vt:lpstr>
      <vt:lpstr>Why Impedance Plethysmography?</vt:lpstr>
      <vt:lpstr>PowerPoint Presentation</vt:lpstr>
      <vt:lpstr>Motivation</vt:lpstr>
      <vt:lpstr>Literature Review</vt:lpstr>
      <vt:lpstr>Contribution</vt:lpstr>
      <vt:lpstr>COMSOL Multiphysics 5.6 </vt:lpstr>
      <vt:lpstr>Geometrical Model</vt:lpstr>
      <vt:lpstr>Frequency-Dependent Tissue Properties </vt:lpstr>
      <vt:lpstr>Simulation Results</vt:lpstr>
      <vt:lpstr>Simulation Results</vt:lpstr>
      <vt:lpstr>Simulation Results</vt:lpstr>
      <vt:lpstr>Circuit Diagram</vt:lpstr>
      <vt:lpstr>Physical Implementation</vt:lpstr>
      <vt:lpstr>Top-Bottom  Results </vt:lpstr>
      <vt:lpstr>Side-Bottom Result</vt:lpstr>
      <vt:lpstr>Conclusion</vt:lpstr>
      <vt:lpstr>Conclusion</vt:lpstr>
      <vt:lpstr>References of Literature Review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INVESTIGATING THE USE OF IMPEDANCE PLETHYSMOGRAPHY FOR DETECTING DECREASED BLOOD FLOW IN DIABETIC PATIENT LIMBS </dc:title>
  <dc:creator>MIRZA TAIMOOR SULTAN BAIG</dc:creator>
  <cp:lastModifiedBy>MIRZA TAIMOOR SULTAN BAIG</cp:lastModifiedBy>
  <cp:revision>5</cp:revision>
  <dcterms:created xsi:type="dcterms:W3CDTF">2023-01-06T02:55:49Z</dcterms:created>
  <dcterms:modified xsi:type="dcterms:W3CDTF">2023-01-11T10:32:36Z</dcterms:modified>
</cp:coreProperties>
</file>